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4.jpg" ContentType="image/jpeg"/>
  <Override PartName="/ppt/media/image5.jpg" ContentType="image/jpeg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330" r:id="rId7"/>
    <p:sldId id="339" r:id="rId8"/>
    <p:sldId id="335" r:id="rId9"/>
    <p:sldId id="340" r:id="rId10"/>
    <p:sldId id="338" r:id="rId11"/>
    <p:sldId id="274" r:id="rId12"/>
    <p:sldId id="344" r:id="rId13"/>
    <p:sldId id="341" r:id="rId14"/>
    <p:sldId id="342" r:id="rId15"/>
    <p:sldId id="336" r:id="rId16"/>
    <p:sldId id="343" r:id="rId17"/>
    <p:sldId id="33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IVAM PRAJAPATI" initials="SP" lastIdx="1" clrIdx="0">
    <p:extLst>
      <p:ext uri="{19B8F6BF-5375-455C-9EA6-DF929625EA0E}">
        <p15:presenceInfo xmlns:p15="http://schemas.microsoft.com/office/powerpoint/2012/main" userId="5c55b7a0eac772f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M PRAJAPATI" userId="5c55b7a0eac772f0" providerId="LiveId" clId="{F3A8FF1A-E23E-4B65-8114-5EBD5EB262AB}"/>
    <pc:docChg chg="undo redo custSel addSld delSld modSld sldOrd">
      <pc:chgData name="SHIVAM PRAJAPATI" userId="5c55b7a0eac772f0" providerId="LiveId" clId="{F3A8FF1A-E23E-4B65-8114-5EBD5EB262AB}" dt="2025-05-02T16:33:08.152" v="691" actId="14734"/>
      <pc:docMkLst>
        <pc:docMk/>
      </pc:docMkLst>
      <pc:sldChg chg="delSp modSp mod">
        <pc:chgData name="SHIVAM PRAJAPATI" userId="5c55b7a0eac772f0" providerId="LiveId" clId="{F3A8FF1A-E23E-4B65-8114-5EBD5EB262AB}" dt="2025-05-02T16:33:08.152" v="691" actId="14734"/>
        <pc:sldMkLst>
          <pc:docMk/>
          <pc:sldMk cId="2262346778" sldId="257"/>
        </pc:sldMkLst>
        <pc:spChg chg="mod">
          <ac:chgData name="SHIVAM PRAJAPATI" userId="5c55b7a0eac772f0" providerId="LiveId" clId="{F3A8FF1A-E23E-4B65-8114-5EBD5EB262AB}" dt="2025-05-02T16:26:00.892" v="580" actId="1076"/>
          <ac:spMkLst>
            <pc:docMk/>
            <pc:sldMk cId="2262346778" sldId="257"/>
            <ac:spMk id="2" creationId="{07957686-487A-4245-814E-58B1C25C675C}"/>
          </ac:spMkLst>
        </pc:spChg>
        <pc:spChg chg="del">
          <ac:chgData name="SHIVAM PRAJAPATI" userId="5c55b7a0eac772f0" providerId="LiveId" clId="{F3A8FF1A-E23E-4B65-8114-5EBD5EB262AB}" dt="2025-05-02T16:06:06.856" v="529" actId="21"/>
          <ac:spMkLst>
            <pc:docMk/>
            <pc:sldMk cId="2262346778" sldId="257"/>
            <ac:spMk id="16" creationId="{7FFBE36B-5CC8-44EE-801B-6159157B5328}"/>
          </ac:spMkLst>
        </pc:spChg>
        <pc:spChg chg="del">
          <ac:chgData name="SHIVAM PRAJAPATI" userId="5c55b7a0eac772f0" providerId="LiveId" clId="{F3A8FF1A-E23E-4B65-8114-5EBD5EB262AB}" dt="2025-05-02T16:06:09.972" v="530" actId="21"/>
          <ac:spMkLst>
            <pc:docMk/>
            <pc:sldMk cId="2262346778" sldId="257"/>
            <ac:spMk id="17" creationId="{FF014D18-B223-4ED4-BCCA-1E4C38285697}"/>
          </ac:spMkLst>
        </pc:spChg>
        <pc:spChg chg="del">
          <ac:chgData name="SHIVAM PRAJAPATI" userId="5c55b7a0eac772f0" providerId="LiveId" clId="{F3A8FF1A-E23E-4B65-8114-5EBD5EB262AB}" dt="2025-05-02T16:06:13.582" v="531" actId="21"/>
          <ac:spMkLst>
            <pc:docMk/>
            <pc:sldMk cId="2262346778" sldId="257"/>
            <ac:spMk id="18" creationId="{41898C30-E58E-4EC9-8A27-DF1822A9863B}"/>
          </ac:spMkLst>
        </pc:spChg>
        <pc:graphicFrameChg chg="mod modGraphic">
          <ac:chgData name="SHIVAM PRAJAPATI" userId="5c55b7a0eac772f0" providerId="LiveId" clId="{F3A8FF1A-E23E-4B65-8114-5EBD5EB262AB}" dt="2025-05-02T16:33:08.152" v="691" actId="14734"/>
          <ac:graphicFrameMkLst>
            <pc:docMk/>
            <pc:sldMk cId="2262346778" sldId="257"/>
            <ac:graphicFrameMk id="23" creationId="{9DFD479C-12E0-ED28-8B4F-B93018CAB71A}"/>
          </ac:graphicFrameMkLst>
        </pc:graphicFrameChg>
      </pc:sldChg>
      <pc:sldChg chg="addSp delSp modSp mod">
        <pc:chgData name="SHIVAM PRAJAPATI" userId="5c55b7a0eac772f0" providerId="LiveId" clId="{F3A8FF1A-E23E-4B65-8114-5EBD5EB262AB}" dt="2025-05-02T16:04:36.471" v="517" actId="21"/>
        <pc:sldMkLst>
          <pc:docMk/>
          <pc:sldMk cId="3276479877" sldId="274"/>
        </pc:sldMkLst>
        <pc:spChg chg="mod">
          <ac:chgData name="SHIVAM PRAJAPATI" userId="5c55b7a0eac772f0" providerId="LiveId" clId="{F3A8FF1A-E23E-4B65-8114-5EBD5EB262AB}" dt="2025-05-02T14:57:04.660" v="164" actId="1076"/>
          <ac:spMkLst>
            <pc:docMk/>
            <pc:sldMk cId="3276479877" sldId="274"/>
            <ac:spMk id="2" creationId="{F8A51886-AA43-422E-B193-F1F3DF7D8A4D}"/>
          </ac:spMkLst>
        </pc:spChg>
        <pc:spChg chg="del">
          <ac:chgData name="SHIVAM PRAJAPATI" userId="5c55b7a0eac772f0" providerId="LiveId" clId="{F3A8FF1A-E23E-4B65-8114-5EBD5EB262AB}" dt="2025-05-02T16:04:36.471" v="517" actId="21"/>
          <ac:spMkLst>
            <pc:docMk/>
            <pc:sldMk cId="3276479877" sldId="274"/>
            <ac:spMk id="3" creationId="{CC8EC3DE-6959-4606-92E7-BAA4FE72E2FA}"/>
          </ac:spMkLst>
        </pc:spChg>
        <pc:spChg chg="del">
          <ac:chgData name="SHIVAM PRAJAPATI" userId="5c55b7a0eac772f0" providerId="LiveId" clId="{F3A8FF1A-E23E-4B65-8114-5EBD5EB262AB}" dt="2025-05-02T16:04:32.732" v="516" actId="21"/>
          <ac:spMkLst>
            <pc:docMk/>
            <pc:sldMk cId="3276479877" sldId="274"/>
            <ac:spMk id="5" creationId="{3775AFC8-8A78-4AE3-A237-4E17FE12A115}"/>
          </ac:spMkLst>
        </pc:spChg>
        <pc:spChg chg="del">
          <ac:chgData name="SHIVAM PRAJAPATI" userId="5c55b7a0eac772f0" providerId="LiveId" clId="{F3A8FF1A-E23E-4B65-8114-5EBD5EB262AB}" dt="2025-05-02T16:04:28.695" v="515" actId="21"/>
          <ac:spMkLst>
            <pc:docMk/>
            <pc:sldMk cId="3276479877" sldId="274"/>
            <ac:spMk id="6" creationId="{8D03D7EC-E54B-4E0E-A5C3-7071C72A8940}"/>
          </ac:spMkLst>
        </pc:spChg>
        <pc:spChg chg="add del mod">
          <ac:chgData name="SHIVAM PRAJAPATI" userId="5c55b7a0eac772f0" providerId="LiveId" clId="{F3A8FF1A-E23E-4B65-8114-5EBD5EB262AB}" dt="2025-05-02T14:56:26.195" v="154" actId="21"/>
          <ac:spMkLst>
            <pc:docMk/>
            <pc:sldMk cId="3276479877" sldId="274"/>
            <ac:spMk id="8" creationId="{8D4CA522-88D6-744E-DBAB-B3041F7137D1}"/>
          </ac:spMkLst>
        </pc:spChg>
        <pc:spChg chg="add del mod">
          <ac:chgData name="SHIVAM PRAJAPATI" userId="5c55b7a0eac772f0" providerId="LiveId" clId="{F3A8FF1A-E23E-4B65-8114-5EBD5EB262AB}" dt="2025-05-02T14:59:38.159" v="167" actId="12084"/>
          <ac:spMkLst>
            <pc:docMk/>
            <pc:sldMk cId="3276479877" sldId="274"/>
            <ac:spMk id="10" creationId="{BED1A293-8DE5-CFA1-468F-D0E9E2285C71}"/>
          </ac:spMkLst>
        </pc:spChg>
        <pc:graphicFrameChg chg="del">
          <ac:chgData name="SHIVAM PRAJAPATI" userId="5c55b7a0eac772f0" providerId="LiveId" clId="{F3A8FF1A-E23E-4B65-8114-5EBD5EB262AB}" dt="2025-05-02T14:56:22.699" v="153" actId="21"/>
          <ac:graphicFrameMkLst>
            <pc:docMk/>
            <pc:sldMk cId="3276479877" sldId="274"/>
            <ac:graphicFrameMk id="4" creationId="{4424901C-24B0-4C46-B815-EB0C38D74251}"/>
          </ac:graphicFrameMkLst>
        </pc:graphicFrameChg>
        <pc:graphicFrameChg chg="add mod">
          <ac:chgData name="SHIVAM PRAJAPATI" userId="5c55b7a0eac772f0" providerId="LiveId" clId="{F3A8FF1A-E23E-4B65-8114-5EBD5EB262AB}" dt="2025-05-02T15:04:41.895" v="177"/>
          <ac:graphicFrameMkLst>
            <pc:docMk/>
            <pc:sldMk cId="3276479877" sldId="274"/>
            <ac:graphicFrameMk id="11" creationId="{2AECFBD7-2EF3-01E6-BADA-D5938504416A}"/>
          </ac:graphicFrameMkLst>
        </pc:graphicFrameChg>
      </pc:sldChg>
      <pc:sldChg chg="delSp mod">
        <pc:chgData name="SHIVAM PRAJAPATI" userId="5c55b7a0eac772f0" providerId="LiveId" clId="{F3A8FF1A-E23E-4B65-8114-5EBD5EB262AB}" dt="2025-05-02T16:05:58.450" v="528" actId="21"/>
        <pc:sldMkLst>
          <pc:docMk/>
          <pc:sldMk cId="1590342866" sldId="330"/>
        </pc:sldMkLst>
        <pc:spChg chg="del">
          <ac:chgData name="SHIVAM PRAJAPATI" userId="5c55b7a0eac772f0" providerId="LiveId" clId="{F3A8FF1A-E23E-4B65-8114-5EBD5EB262AB}" dt="2025-05-02T16:05:52.735" v="527" actId="21"/>
          <ac:spMkLst>
            <pc:docMk/>
            <pc:sldMk cId="1590342866" sldId="330"/>
            <ac:spMk id="81" creationId="{82960077-7DAA-4543-8719-74137BCBB759}"/>
          </ac:spMkLst>
        </pc:spChg>
        <pc:spChg chg="del">
          <ac:chgData name="SHIVAM PRAJAPATI" userId="5c55b7a0eac772f0" providerId="LiveId" clId="{F3A8FF1A-E23E-4B65-8114-5EBD5EB262AB}" dt="2025-05-02T16:05:58.450" v="528" actId="21"/>
          <ac:spMkLst>
            <pc:docMk/>
            <pc:sldMk cId="1590342866" sldId="330"/>
            <ac:spMk id="82" creationId="{503949B9-68A2-4ABE-91ED-37C05B246C8B}"/>
          </ac:spMkLst>
        </pc:spChg>
      </pc:sldChg>
      <pc:sldChg chg="addSp delSp modSp mod">
        <pc:chgData name="SHIVAM PRAJAPATI" userId="5c55b7a0eac772f0" providerId="LiveId" clId="{F3A8FF1A-E23E-4B65-8114-5EBD5EB262AB}" dt="2025-05-02T16:03:45.190" v="512" actId="21"/>
        <pc:sldMkLst>
          <pc:docMk/>
          <pc:sldMk cId="1510143952" sldId="332"/>
        </pc:sldMkLst>
        <pc:spChg chg="mod">
          <ac:chgData name="SHIVAM PRAJAPATI" userId="5c55b7a0eac772f0" providerId="LiveId" clId="{F3A8FF1A-E23E-4B65-8114-5EBD5EB262AB}" dt="2025-05-02T16:03:22.765" v="508" actId="1076"/>
          <ac:spMkLst>
            <pc:docMk/>
            <pc:sldMk cId="1510143952" sldId="332"/>
            <ac:spMk id="2" creationId="{4183DBD4-E398-4AA3-AEC1-4BF03FC59886}"/>
          </ac:spMkLst>
        </pc:spChg>
        <pc:spChg chg="del">
          <ac:chgData name="SHIVAM PRAJAPATI" userId="5c55b7a0eac772f0" providerId="LiveId" clId="{F3A8FF1A-E23E-4B65-8114-5EBD5EB262AB}" dt="2025-05-02T16:02:50.856" v="504" actId="21"/>
          <ac:spMkLst>
            <pc:docMk/>
            <pc:sldMk cId="1510143952" sldId="332"/>
            <ac:spMk id="3" creationId="{02F80182-DF99-445E-8055-837D597C38A5}"/>
          </ac:spMkLst>
        </pc:spChg>
        <pc:spChg chg="add del mod">
          <ac:chgData name="SHIVAM PRAJAPATI" userId="5c55b7a0eac772f0" providerId="LiveId" clId="{F3A8FF1A-E23E-4B65-8114-5EBD5EB262AB}" dt="2025-05-02T16:02:45.309" v="502" actId="21"/>
          <ac:spMkLst>
            <pc:docMk/>
            <pc:sldMk cId="1510143952" sldId="332"/>
            <ac:spMk id="5" creationId="{B4FEF924-030B-22FC-E0BE-67B4AA2E68D1}"/>
          </ac:spMkLst>
        </pc:spChg>
        <pc:spChg chg="del">
          <ac:chgData name="SHIVAM PRAJAPATI" userId="5c55b7a0eac772f0" providerId="LiveId" clId="{F3A8FF1A-E23E-4B65-8114-5EBD5EB262AB}" dt="2025-05-02T16:03:40.607" v="511" actId="21"/>
          <ac:spMkLst>
            <pc:docMk/>
            <pc:sldMk cId="1510143952" sldId="332"/>
            <ac:spMk id="7" creationId="{3A354B2E-C37D-4B68-9B83-A941B747CCED}"/>
          </ac:spMkLst>
        </pc:spChg>
        <pc:spChg chg="del mod">
          <ac:chgData name="SHIVAM PRAJAPATI" userId="5c55b7a0eac772f0" providerId="LiveId" clId="{F3A8FF1A-E23E-4B65-8114-5EBD5EB262AB}" dt="2025-05-02T16:03:34.364" v="510" actId="21"/>
          <ac:spMkLst>
            <pc:docMk/>
            <pc:sldMk cId="1510143952" sldId="332"/>
            <ac:spMk id="8" creationId="{F60FABF8-6F79-4985-A2FB-99DAD9E63042}"/>
          </ac:spMkLst>
        </pc:spChg>
        <pc:spChg chg="del">
          <ac:chgData name="SHIVAM PRAJAPATI" userId="5c55b7a0eac772f0" providerId="LiveId" clId="{F3A8FF1A-E23E-4B65-8114-5EBD5EB262AB}" dt="2025-05-02T16:03:45.190" v="512" actId="21"/>
          <ac:spMkLst>
            <pc:docMk/>
            <pc:sldMk cId="1510143952" sldId="332"/>
            <ac:spMk id="9" creationId="{88A55AA7-3B73-477B-A886-58F8E99420E9}"/>
          </ac:spMkLst>
        </pc:spChg>
        <pc:spChg chg="add del mod">
          <ac:chgData name="SHIVAM PRAJAPATI" userId="5c55b7a0eac772f0" providerId="LiveId" clId="{F3A8FF1A-E23E-4B65-8114-5EBD5EB262AB}" dt="2025-05-02T16:03:00.507" v="505" actId="21"/>
          <ac:spMkLst>
            <pc:docMk/>
            <pc:sldMk cId="1510143952" sldId="332"/>
            <ac:spMk id="11" creationId="{BEA82C20-396E-6D34-6AF9-B84B0A6BE944}"/>
          </ac:spMkLst>
        </pc:spChg>
        <pc:picChg chg="del">
          <ac:chgData name="SHIVAM PRAJAPATI" userId="5c55b7a0eac772f0" providerId="LiveId" clId="{F3A8FF1A-E23E-4B65-8114-5EBD5EB262AB}" dt="2025-05-02T16:02:42.994" v="500" actId="21"/>
          <ac:picMkLst>
            <pc:docMk/>
            <pc:sldMk cId="1510143952" sldId="332"/>
            <ac:picMk id="6" creationId="{D7D1C07D-75DD-4A12-9C4C-A9C3E052A3D0}"/>
          </ac:picMkLst>
        </pc:picChg>
      </pc:sldChg>
      <pc:sldChg chg="addSp delSp modSp mod modClrScheme chgLayout">
        <pc:chgData name="SHIVAM PRAJAPATI" userId="5c55b7a0eac772f0" providerId="LiveId" clId="{F3A8FF1A-E23E-4B65-8114-5EBD5EB262AB}" dt="2025-05-02T14:52:11.181" v="111"/>
        <pc:sldMkLst>
          <pc:docMk/>
          <pc:sldMk cId="3800068970" sldId="335"/>
        </pc:sldMkLst>
        <pc:spChg chg="add del mod">
          <ac:chgData name="SHIVAM PRAJAPATI" userId="5c55b7a0eac772f0" providerId="LiveId" clId="{F3A8FF1A-E23E-4B65-8114-5EBD5EB262AB}" dt="2025-05-02T14:39:25.725" v="22" actId="21"/>
          <ac:spMkLst>
            <pc:docMk/>
            <pc:sldMk cId="3800068970" sldId="335"/>
            <ac:spMk id="3" creationId="{C705EADE-DC92-50D7-7C31-6862CB4AD422}"/>
          </ac:spMkLst>
        </pc:spChg>
        <pc:spChg chg="del">
          <ac:chgData name="SHIVAM PRAJAPATI" userId="5c55b7a0eac772f0" providerId="LiveId" clId="{F3A8FF1A-E23E-4B65-8114-5EBD5EB262AB}" dt="2025-05-02T14:39:37.408" v="24" actId="21"/>
          <ac:spMkLst>
            <pc:docMk/>
            <pc:sldMk cId="3800068970" sldId="335"/>
            <ac:spMk id="4" creationId="{D60D0082-0478-4749-89B1-BE87392F40F2}"/>
          </ac:spMkLst>
        </pc:spChg>
        <pc:spChg chg="mod ord">
          <ac:chgData name="SHIVAM PRAJAPATI" userId="5c55b7a0eac772f0" providerId="LiveId" clId="{F3A8FF1A-E23E-4B65-8114-5EBD5EB262AB}" dt="2025-05-02T14:42:00.443" v="58" actId="700"/>
          <ac:spMkLst>
            <pc:docMk/>
            <pc:sldMk cId="3800068970" sldId="335"/>
            <ac:spMk id="7" creationId="{66CB554B-73A5-4106-A48D-001C726CE46C}"/>
          </ac:spMkLst>
        </pc:spChg>
        <pc:spChg chg="mod ord">
          <ac:chgData name="SHIVAM PRAJAPATI" userId="5c55b7a0eac772f0" providerId="LiveId" clId="{F3A8FF1A-E23E-4B65-8114-5EBD5EB262AB}" dt="2025-05-02T14:42:00.443" v="58" actId="700"/>
          <ac:spMkLst>
            <pc:docMk/>
            <pc:sldMk cId="3800068970" sldId="335"/>
            <ac:spMk id="8" creationId="{2B464640-8ACA-4AEB-B9BF-A79783A19988}"/>
          </ac:spMkLst>
        </pc:spChg>
        <pc:spChg chg="mod ord">
          <ac:chgData name="SHIVAM PRAJAPATI" userId="5c55b7a0eac772f0" providerId="LiveId" clId="{F3A8FF1A-E23E-4B65-8114-5EBD5EB262AB}" dt="2025-05-02T14:42:00.443" v="58" actId="700"/>
          <ac:spMkLst>
            <pc:docMk/>
            <pc:sldMk cId="3800068970" sldId="335"/>
            <ac:spMk id="9" creationId="{A36E7A03-635E-4F0D-9A7F-96B13283D131}"/>
          </ac:spMkLst>
        </pc:spChg>
        <pc:spChg chg="add del mod">
          <ac:chgData name="SHIVAM PRAJAPATI" userId="5c55b7a0eac772f0" providerId="LiveId" clId="{F3A8FF1A-E23E-4B65-8114-5EBD5EB262AB}" dt="2025-05-02T14:39:39.803" v="25" actId="21"/>
          <ac:spMkLst>
            <pc:docMk/>
            <pc:sldMk cId="3800068970" sldId="335"/>
            <ac:spMk id="10" creationId="{175DD44E-D20C-E0C7-07C3-74310135CD10}"/>
          </ac:spMkLst>
        </pc:spChg>
        <pc:spChg chg="add del mod">
          <ac:chgData name="SHIVAM PRAJAPATI" userId="5c55b7a0eac772f0" providerId="LiveId" clId="{F3A8FF1A-E23E-4B65-8114-5EBD5EB262AB}" dt="2025-05-02T14:39:44.112" v="27" actId="21"/>
          <ac:spMkLst>
            <pc:docMk/>
            <pc:sldMk cId="3800068970" sldId="335"/>
            <ac:spMk id="12" creationId="{CB9E6099-D938-6487-BA51-3FE3BA513708}"/>
          </ac:spMkLst>
        </pc:spChg>
        <pc:spChg chg="add del mod">
          <ac:chgData name="SHIVAM PRAJAPATI" userId="5c55b7a0eac772f0" providerId="LiveId" clId="{F3A8FF1A-E23E-4B65-8114-5EBD5EB262AB}" dt="2025-05-02T14:42:11.618" v="62" actId="21"/>
          <ac:spMkLst>
            <pc:docMk/>
            <pc:sldMk cId="3800068970" sldId="335"/>
            <ac:spMk id="14" creationId="{86179A4F-66FD-E9DD-DB91-084225B8C1BB}"/>
          </ac:spMkLst>
        </pc:spChg>
        <pc:spChg chg="add del mod ord">
          <ac:chgData name="SHIVAM PRAJAPATI" userId="5c55b7a0eac772f0" providerId="LiveId" clId="{F3A8FF1A-E23E-4B65-8114-5EBD5EB262AB}" dt="2025-05-02T14:41:07.886" v="39" actId="700"/>
          <ac:spMkLst>
            <pc:docMk/>
            <pc:sldMk cId="3800068970" sldId="335"/>
            <ac:spMk id="15" creationId="{733D2987-1297-A8AB-9B88-C786F4C91528}"/>
          </ac:spMkLst>
        </pc:spChg>
        <pc:spChg chg="add del mod ord">
          <ac:chgData name="SHIVAM PRAJAPATI" userId="5c55b7a0eac772f0" providerId="LiveId" clId="{F3A8FF1A-E23E-4B65-8114-5EBD5EB262AB}" dt="2025-05-02T14:41:07.886" v="39" actId="700"/>
          <ac:spMkLst>
            <pc:docMk/>
            <pc:sldMk cId="3800068970" sldId="335"/>
            <ac:spMk id="16" creationId="{D4476856-5858-9288-2739-7FE5FB66D400}"/>
          </ac:spMkLst>
        </pc:spChg>
        <pc:spChg chg="add del mod ord">
          <ac:chgData name="SHIVAM PRAJAPATI" userId="5c55b7a0eac772f0" providerId="LiveId" clId="{F3A8FF1A-E23E-4B65-8114-5EBD5EB262AB}" dt="2025-05-02T14:41:45.845" v="53" actId="700"/>
          <ac:spMkLst>
            <pc:docMk/>
            <pc:sldMk cId="3800068970" sldId="335"/>
            <ac:spMk id="17" creationId="{F155EBFD-87BD-B561-6CC4-FD2079F939C5}"/>
          </ac:spMkLst>
        </pc:spChg>
        <pc:spChg chg="add del mod ord">
          <ac:chgData name="SHIVAM PRAJAPATI" userId="5c55b7a0eac772f0" providerId="LiveId" clId="{F3A8FF1A-E23E-4B65-8114-5EBD5EB262AB}" dt="2025-05-02T14:41:45.845" v="53" actId="700"/>
          <ac:spMkLst>
            <pc:docMk/>
            <pc:sldMk cId="3800068970" sldId="335"/>
            <ac:spMk id="18" creationId="{25191F09-714A-EB2C-B236-B697814F548B}"/>
          </ac:spMkLst>
        </pc:spChg>
        <pc:spChg chg="add del mod ord">
          <ac:chgData name="SHIVAM PRAJAPATI" userId="5c55b7a0eac772f0" providerId="LiveId" clId="{F3A8FF1A-E23E-4B65-8114-5EBD5EB262AB}" dt="2025-05-02T14:41:45.845" v="53" actId="700"/>
          <ac:spMkLst>
            <pc:docMk/>
            <pc:sldMk cId="3800068970" sldId="335"/>
            <ac:spMk id="19" creationId="{332B8C89-12C3-45D3-B719-8AD35F514F57}"/>
          </ac:spMkLst>
        </pc:spChg>
        <pc:spChg chg="del">
          <ac:chgData name="SHIVAM PRAJAPATI" userId="5c55b7a0eac772f0" providerId="LiveId" clId="{F3A8FF1A-E23E-4B65-8114-5EBD5EB262AB}" dt="2025-05-02T14:39:30.390" v="23" actId="21"/>
          <ac:spMkLst>
            <pc:docMk/>
            <pc:sldMk cId="3800068970" sldId="335"/>
            <ac:spMk id="20" creationId="{2DB3B99A-1BFE-45FD-89BB-94C4EC582530}"/>
          </ac:spMkLst>
        </pc:spChg>
        <pc:spChg chg="add del mod ord">
          <ac:chgData name="SHIVAM PRAJAPATI" userId="5c55b7a0eac772f0" providerId="LiveId" clId="{F3A8FF1A-E23E-4B65-8114-5EBD5EB262AB}" dt="2025-05-02T14:41:45.845" v="53" actId="700"/>
          <ac:spMkLst>
            <pc:docMk/>
            <pc:sldMk cId="3800068970" sldId="335"/>
            <ac:spMk id="21" creationId="{6A60024C-FA18-1363-CCC8-557C48AFA375}"/>
          </ac:spMkLst>
        </pc:spChg>
        <pc:spChg chg="add del mod ord">
          <ac:chgData name="SHIVAM PRAJAPATI" userId="5c55b7a0eac772f0" providerId="LiveId" clId="{F3A8FF1A-E23E-4B65-8114-5EBD5EB262AB}" dt="2025-05-02T14:42:04.101" v="59" actId="21"/>
          <ac:spMkLst>
            <pc:docMk/>
            <pc:sldMk cId="3800068970" sldId="335"/>
            <ac:spMk id="22" creationId="{6F9FF4DF-1AD0-F1ED-460C-352231C8D3EF}"/>
          </ac:spMkLst>
        </pc:spChg>
        <pc:spChg chg="add del mod ord">
          <ac:chgData name="SHIVAM PRAJAPATI" userId="5c55b7a0eac772f0" providerId="LiveId" clId="{F3A8FF1A-E23E-4B65-8114-5EBD5EB262AB}" dt="2025-05-02T14:42:09.031" v="61" actId="21"/>
          <ac:spMkLst>
            <pc:docMk/>
            <pc:sldMk cId="3800068970" sldId="335"/>
            <ac:spMk id="23" creationId="{593D6BE0-1B39-A90E-B2B2-2282BD1D884E}"/>
          </ac:spMkLst>
        </pc:spChg>
        <pc:spChg chg="add del mod ord">
          <ac:chgData name="SHIVAM PRAJAPATI" userId="5c55b7a0eac772f0" providerId="LiveId" clId="{F3A8FF1A-E23E-4B65-8114-5EBD5EB262AB}" dt="2025-05-02T14:42:15.520" v="63" actId="21"/>
          <ac:spMkLst>
            <pc:docMk/>
            <pc:sldMk cId="3800068970" sldId="335"/>
            <ac:spMk id="24" creationId="{0752AC2A-AAC6-FA02-6214-768FF9377B08}"/>
          </ac:spMkLst>
        </pc:spChg>
        <pc:spChg chg="add del mod ord">
          <ac:chgData name="SHIVAM PRAJAPATI" userId="5c55b7a0eac772f0" providerId="LiveId" clId="{F3A8FF1A-E23E-4B65-8114-5EBD5EB262AB}" dt="2025-05-02T14:42:06.399" v="60" actId="21"/>
          <ac:spMkLst>
            <pc:docMk/>
            <pc:sldMk cId="3800068970" sldId="335"/>
            <ac:spMk id="25" creationId="{6FCC6521-A9A9-E475-612F-65DABABBFC9C}"/>
          </ac:spMkLst>
        </pc:spChg>
        <pc:spChg chg="add del mod">
          <ac:chgData name="SHIVAM PRAJAPATI" userId="5c55b7a0eac772f0" providerId="LiveId" clId="{F3A8FF1A-E23E-4B65-8114-5EBD5EB262AB}" dt="2025-05-02T14:45:06.264" v="81" actId="12084"/>
          <ac:spMkLst>
            <pc:docMk/>
            <pc:sldMk cId="3800068970" sldId="335"/>
            <ac:spMk id="29" creationId="{66ECAD88-0516-1FE1-37E5-D0B4FB10EC91}"/>
          </ac:spMkLst>
        </pc:spChg>
        <pc:spChg chg="add del">
          <ac:chgData name="SHIVAM PRAJAPATI" userId="5c55b7a0eac772f0" providerId="LiveId" clId="{F3A8FF1A-E23E-4B65-8114-5EBD5EB262AB}" dt="2025-05-02T14:42:50.336" v="71" actId="22"/>
          <ac:spMkLst>
            <pc:docMk/>
            <pc:sldMk cId="3800068970" sldId="335"/>
            <ac:spMk id="31" creationId="{B062767A-7C71-A525-09B7-EDE599E4C6D0}"/>
          </ac:spMkLst>
        </pc:spChg>
        <pc:spChg chg="add mod">
          <ac:chgData name="SHIVAM PRAJAPATI" userId="5c55b7a0eac772f0" providerId="LiveId" clId="{F3A8FF1A-E23E-4B65-8114-5EBD5EB262AB}" dt="2025-05-02T14:46:45.679" v="95" actId="1076"/>
          <ac:spMkLst>
            <pc:docMk/>
            <pc:sldMk cId="3800068970" sldId="335"/>
            <ac:spMk id="33" creationId="{D346853E-BF30-0820-AFCA-441A18D0732B}"/>
          </ac:spMkLst>
        </pc:spChg>
        <pc:graphicFrameChg chg="add mod">
          <ac:chgData name="SHIVAM PRAJAPATI" userId="5c55b7a0eac772f0" providerId="LiveId" clId="{F3A8FF1A-E23E-4B65-8114-5EBD5EB262AB}" dt="2025-05-02T14:52:11.181" v="111"/>
          <ac:graphicFrameMkLst>
            <pc:docMk/>
            <pc:sldMk cId="3800068970" sldId="335"/>
            <ac:graphicFrameMk id="34" creationId="{1CE40162-E20E-4465-9980-2C9ADDCFEF18}"/>
          </ac:graphicFrameMkLst>
        </pc:graphicFrameChg>
        <pc:picChg chg="del">
          <ac:chgData name="SHIVAM PRAJAPATI" userId="5c55b7a0eac772f0" providerId="LiveId" clId="{F3A8FF1A-E23E-4B65-8114-5EBD5EB262AB}" dt="2025-05-02T14:39:23.596" v="21" actId="21"/>
          <ac:picMkLst>
            <pc:docMk/>
            <pc:sldMk cId="3800068970" sldId="335"/>
            <ac:picMk id="6" creationId="{1BBA7D00-FBC1-4E10-8B44-A05F4AD3FA84}"/>
          </ac:picMkLst>
        </pc:picChg>
        <pc:picChg chg="add del mod">
          <ac:chgData name="SHIVAM PRAJAPATI" userId="5c55b7a0eac772f0" providerId="LiveId" clId="{F3A8FF1A-E23E-4B65-8114-5EBD5EB262AB}" dt="2025-05-02T14:42:29.259" v="66" actId="21"/>
          <ac:picMkLst>
            <pc:docMk/>
            <pc:sldMk cId="3800068970" sldId="335"/>
            <ac:picMk id="27" creationId="{12241D6D-0F39-B477-811A-D8B082C4969A}"/>
          </ac:picMkLst>
        </pc:picChg>
        <pc:picChg chg="add del mod">
          <ac:chgData name="SHIVAM PRAJAPATI" userId="5c55b7a0eac772f0" providerId="LiveId" clId="{F3A8FF1A-E23E-4B65-8114-5EBD5EB262AB}" dt="2025-05-02T14:50:56.971" v="103" actId="478"/>
          <ac:picMkLst>
            <pc:docMk/>
            <pc:sldMk cId="3800068970" sldId="335"/>
            <ac:picMk id="36" creationId="{89073F34-2349-205A-8121-9A9C7E745752}"/>
          </ac:picMkLst>
        </pc:picChg>
      </pc:sldChg>
      <pc:sldChg chg="addSp delSp modSp mod">
        <pc:chgData name="SHIVAM PRAJAPATI" userId="5c55b7a0eac772f0" providerId="LiveId" clId="{F3A8FF1A-E23E-4B65-8114-5EBD5EB262AB}" dt="2025-05-02T15:51:41.885" v="372" actId="1076"/>
        <pc:sldMkLst>
          <pc:docMk/>
          <pc:sldMk cId="943091750" sldId="336"/>
        </pc:sldMkLst>
        <pc:spChg chg="mod">
          <ac:chgData name="SHIVAM PRAJAPATI" userId="5c55b7a0eac772f0" providerId="LiveId" clId="{F3A8FF1A-E23E-4B65-8114-5EBD5EB262AB}" dt="2025-05-02T15:48:55.851" v="338" actId="1076"/>
          <ac:spMkLst>
            <pc:docMk/>
            <pc:sldMk cId="943091750" sldId="336"/>
            <ac:spMk id="2" creationId="{40C58CC6-FF60-4FC8-BA35-52A8BDDCF95E}"/>
          </ac:spMkLst>
        </pc:spChg>
        <pc:spChg chg="add del mod">
          <ac:chgData name="SHIVAM PRAJAPATI" userId="5c55b7a0eac772f0" providerId="LiveId" clId="{F3A8FF1A-E23E-4B65-8114-5EBD5EB262AB}" dt="2025-05-02T15:47:58.495" v="335" actId="12084"/>
          <ac:spMkLst>
            <pc:docMk/>
            <pc:sldMk cId="943091750" sldId="336"/>
            <ac:spMk id="3" creationId="{BF0E0066-50A4-4BA2-9D04-DA968D2AB1C6}"/>
          </ac:spMkLst>
        </pc:spChg>
        <pc:spChg chg="add del mod">
          <ac:chgData name="SHIVAM PRAJAPATI" userId="5c55b7a0eac772f0" providerId="LiveId" clId="{F3A8FF1A-E23E-4B65-8114-5EBD5EB262AB}" dt="2025-05-02T15:43:40.808" v="306" actId="21"/>
          <ac:spMkLst>
            <pc:docMk/>
            <pc:sldMk cId="943091750" sldId="336"/>
            <ac:spMk id="5" creationId="{AC365649-EBF6-FFC4-1B19-9ED789C2B6B0}"/>
          </ac:spMkLst>
        </pc:spChg>
        <pc:spChg chg="add del mod">
          <ac:chgData name="SHIVAM PRAJAPATI" userId="5c55b7a0eac772f0" providerId="LiveId" clId="{F3A8FF1A-E23E-4B65-8114-5EBD5EB262AB}" dt="2025-05-02T15:43:36.042" v="305" actId="21"/>
          <ac:spMkLst>
            <pc:docMk/>
            <pc:sldMk cId="943091750" sldId="336"/>
            <ac:spMk id="8" creationId="{B1ABEDA3-F787-1CC7-2632-487FE0D7A480}"/>
          </ac:spMkLst>
        </pc:spChg>
        <pc:spChg chg="add del mod">
          <ac:chgData name="SHIVAM PRAJAPATI" userId="5c55b7a0eac772f0" providerId="LiveId" clId="{F3A8FF1A-E23E-4B65-8114-5EBD5EB262AB}" dt="2025-05-02T15:50:14.630" v="362" actId="1076"/>
          <ac:spMkLst>
            <pc:docMk/>
            <pc:sldMk cId="943091750" sldId="336"/>
            <ac:spMk id="10" creationId="{FB067F41-22A4-40B6-A3DA-26D8E0FCC569}"/>
          </ac:spMkLst>
        </pc:spChg>
        <pc:spChg chg="mod">
          <ac:chgData name="SHIVAM PRAJAPATI" userId="5c55b7a0eac772f0" providerId="LiveId" clId="{F3A8FF1A-E23E-4B65-8114-5EBD5EB262AB}" dt="2025-05-02T15:51:41.885" v="372" actId="1076"/>
          <ac:spMkLst>
            <pc:docMk/>
            <pc:sldMk cId="943091750" sldId="336"/>
            <ac:spMk id="11" creationId="{ECB2F7A7-6A7C-429F-A261-494305D5DDAD}"/>
          </ac:spMkLst>
        </pc:spChg>
        <pc:graphicFrameChg chg="add mod">
          <ac:chgData name="SHIVAM PRAJAPATI" userId="5c55b7a0eac772f0" providerId="LiveId" clId="{F3A8FF1A-E23E-4B65-8114-5EBD5EB262AB}" dt="2025-05-02T15:46:38.832" v="328" actId="12084"/>
          <ac:graphicFrameMkLst>
            <pc:docMk/>
            <pc:sldMk cId="943091750" sldId="336"/>
            <ac:graphicFrameMk id="13" creationId="{015070A2-37AD-4C67-70C9-F570EC1AB7D4}"/>
          </ac:graphicFrameMkLst>
        </pc:graphicFrameChg>
        <pc:graphicFrameChg chg="add mod">
          <ac:chgData name="SHIVAM PRAJAPATI" userId="5c55b7a0eac772f0" providerId="LiveId" clId="{F3A8FF1A-E23E-4B65-8114-5EBD5EB262AB}" dt="2025-05-02T15:47:17.236" v="334" actId="12084"/>
          <ac:graphicFrameMkLst>
            <pc:docMk/>
            <pc:sldMk cId="943091750" sldId="336"/>
            <ac:graphicFrameMk id="14" creationId="{E027BA50-DC87-DBD7-1606-44F510EC93D8}"/>
          </ac:graphicFrameMkLst>
        </pc:graphicFrameChg>
        <pc:graphicFrameChg chg="add mod">
          <ac:chgData name="SHIVAM PRAJAPATI" userId="5c55b7a0eac772f0" providerId="LiveId" clId="{F3A8FF1A-E23E-4B65-8114-5EBD5EB262AB}" dt="2025-05-02T15:49:02.865" v="339" actId="1076"/>
          <ac:graphicFrameMkLst>
            <pc:docMk/>
            <pc:sldMk cId="943091750" sldId="336"/>
            <ac:graphicFrameMk id="15" creationId="{DB42D795-4032-AE0F-7175-BD223C0232A7}"/>
          </ac:graphicFrameMkLst>
        </pc:graphicFrameChg>
        <pc:picChg chg="del">
          <ac:chgData name="SHIVAM PRAJAPATI" userId="5c55b7a0eac772f0" providerId="LiveId" clId="{F3A8FF1A-E23E-4B65-8114-5EBD5EB262AB}" dt="2025-05-02T15:43:33.430" v="304" actId="478"/>
          <ac:picMkLst>
            <pc:docMk/>
            <pc:sldMk cId="943091750" sldId="336"/>
            <ac:picMk id="7" creationId="{7D1EAA44-4F3D-44D6-B1B6-5140800EC0A7}"/>
          </ac:picMkLst>
        </pc:picChg>
        <pc:picChg chg="del">
          <ac:chgData name="SHIVAM PRAJAPATI" userId="5c55b7a0eac772f0" providerId="LiveId" clId="{F3A8FF1A-E23E-4B65-8114-5EBD5EB262AB}" dt="2025-05-02T15:43:31.691" v="303" actId="21"/>
          <ac:picMkLst>
            <pc:docMk/>
            <pc:sldMk cId="943091750" sldId="336"/>
            <ac:picMk id="9" creationId="{78CF4775-4C31-488E-AB32-6C7A887A129B}"/>
          </ac:picMkLst>
        </pc:picChg>
      </pc:sldChg>
      <pc:sldChg chg="delSp mod ord">
        <pc:chgData name="SHIVAM PRAJAPATI" userId="5c55b7a0eac772f0" providerId="LiveId" clId="{F3A8FF1A-E23E-4B65-8114-5EBD5EB262AB}" dt="2025-05-02T16:10:01.546" v="546"/>
        <pc:sldMkLst>
          <pc:docMk/>
          <pc:sldMk cId="33020697" sldId="338"/>
        </pc:sldMkLst>
        <pc:spChg chg="del">
          <ac:chgData name="SHIVAM PRAJAPATI" userId="5c55b7a0eac772f0" providerId="LiveId" clId="{F3A8FF1A-E23E-4B65-8114-5EBD5EB262AB}" dt="2025-05-02T16:05:24.228" v="525" actId="21"/>
          <ac:spMkLst>
            <pc:docMk/>
            <pc:sldMk cId="33020697" sldId="338"/>
            <ac:spMk id="7" creationId="{CF9BF983-B96B-4610-9F94-9B626A8DFF69}"/>
          </ac:spMkLst>
        </pc:spChg>
        <pc:spChg chg="del">
          <ac:chgData name="SHIVAM PRAJAPATI" userId="5c55b7a0eac772f0" providerId="LiveId" clId="{F3A8FF1A-E23E-4B65-8114-5EBD5EB262AB}" dt="2025-05-02T16:05:20.003" v="524" actId="21"/>
          <ac:spMkLst>
            <pc:docMk/>
            <pc:sldMk cId="33020697" sldId="338"/>
            <ac:spMk id="8" creationId="{55267946-87E4-4FCD-85C7-87A978DD9637}"/>
          </ac:spMkLst>
        </pc:spChg>
        <pc:spChg chg="del">
          <ac:chgData name="SHIVAM PRAJAPATI" userId="5c55b7a0eac772f0" providerId="LiveId" clId="{F3A8FF1A-E23E-4B65-8114-5EBD5EB262AB}" dt="2025-05-02T16:05:28.589" v="526" actId="21"/>
          <ac:spMkLst>
            <pc:docMk/>
            <pc:sldMk cId="33020697" sldId="338"/>
            <ac:spMk id="9" creationId="{ECDBD4D7-D985-4FC0-B4DA-EFF28F39E846}"/>
          </ac:spMkLst>
        </pc:spChg>
      </pc:sldChg>
      <pc:sldChg chg="addSp delSp modSp mod modClrScheme chgLayout">
        <pc:chgData name="SHIVAM PRAJAPATI" userId="5c55b7a0eac772f0" providerId="LiveId" clId="{F3A8FF1A-E23E-4B65-8114-5EBD5EB262AB}" dt="2025-05-02T16:05:14.069" v="523" actId="21"/>
        <pc:sldMkLst>
          <pc:docMk/>
          <pc:sldMk cId="2262191475" sldId="339"/>
        </pc:sldMkLst>
        <pc:spChg chg="mod ord">
          <ac:chgData name="SHIVAM PRAJAPATI" userId="5c55b7a0eac772f0" providerId="LiveId" clId="{F3A8FF1A-E23E-4B65-8114-5EBD5EB262AB}" dt="2025-05-02T14:40:59.685" v="37" actId="700"/>
          <ac:spMkLst>
            <pc:docMk/>
            <pc:sldMk cId="2262191475" sldId="339"/>
            <ac:spMk id="2" creationId="{CE5D5648-EC4F-4D61-9453-4E038C0332BD}"/>
          </ac:spMkLst>
        </pc:spChg>
        <pc:spChg chg="add del mod ord">
          <ac:chgData name="SHIVAM PRAJAPATI" userId="5c55b7a0eac772f0" providerId="LiveId" clId="{F3A8FF1A-E23E-4B65-8114-5EBD5EB262AB}" dt="2025-05-02T14:40:59.685" v="37" actId="700"/>
          <ac:spMkLst>
            <pc:docMk/>
            <pc:sldMk cId="2262191475" sldId="339"/>
            <ac:spMk id="3" creationId="{60030966-8D3E-0584-452F-37DFD719E98D}"/>
          </ac:spMkLst>
        </pc:spChg>
        <pc:spChg chg="add del mod ord">
          <ac:chgData name="SHIVAM PRAJAPATI" userId="5c55b7a0eac772f0" providerId="LiveId" clId="{F3A8FF1A-E23E-4B65-8114-5EBD5EB262AB}" dt="2025-05-02T14:40:59.685" v="37" actId="700"/>
          <ac:spMkLst>
            <pc:docMk/>
            <pc:sldMk cId="2262191475" sldId="339"/>
            <ac:spMk id="4" creationId="{C0CABA0F-2BA2-C52B-746D-7E897722B107}"/>
          </ac:spMkLst>
        </pc:spChg>
        <pc:spChg chg="del mod ord">
          <ac:chgData name="SHIVAM PRAJAPATI" userId="5c55b7a0eac772f0" providerId="LiveId" clId="{F3A8FF1A-E23E-4B65-8114-5EBD5EB262AB}" dt="2025-05-02T16:05:03.459" v="521" actId="21"/>
          <ac:spMkLst>
            <pc:docMk/>
            <pc:sldMk cId="2262191475" sldId="339"/>
            <ac:spMk id="5" creationId="{ADA3CCFA-9D3B-44D7-8242-579B453172D2}"/>
          </ac:spMkLst>
        </pc:spChg>
        <pc:spChg chg="del mod ord">
          <ac:chgData name="SHIVAM PRAJAPATI" userId="5c55b7a0eac772f0" providerId="LiveId" clId="{F3A8FF1A-E23E-4B65-8114-5EBD5EB262AB}" dt="2025-05-02T16:05:09.804" v="522" actId="21"/>
          <ac:spMkLst>
            <pc:docMk/>
            <pc:sldMk cId="2262191475" sldId="339"/>
            <ac:spMk id="6" creationId="{1011E6AD-E6EE-4A80-8931-5E7F66D2AEC7}"/>
          </ac:spMkLst>
        </pc:spChg>
        <pc:spChg chg="del mod ord">
          <ac:chgData name="SHIVAM PRAJAPATI" userId="5c55b7a0eac772f0" providerId="LiveId" clId="{F3A8FF1A-E23E-4B65-8114-5EBD5EB262AB}" dt="2025-05-02T16:05:14.069" v="523" actId="21"/>
          <ac:spMkLst>
            <pc:docMk/>
            <pc:sldMk cId="2262191475" sldId="339"/>
            <ac:spMk id="7" creationId="{E7BA18D9-DF9D-45C8-A71D-661F2BD20474}"/>
          </ac:spMkLst>
        </pc:spChg>
        <pc:spChg chg="add del mod ord">
          <ac:chgData name="SHIVAM PRAJAPATI" userId="5c55b7a0eac772f0" providerId="LiveId" clId="{F3A8FF1A-E23E-4B65-8114-5EBD5EB262AB}" dt="2025-05-02T14:40:59.685" v="37" actId="700"/>
          <ac:spMkLst>
            <pc:docMk/>
            <pc:sldMk cId="2262191475" sldId="339"/>
            <ac:spMk id="8" creationId="{28E654E2-FB37-62B2-72AC-BF2C474BC37D}"/>
          </ac:spMkLst>
        </pc:spChg>
        <pc:spChg chg="add del mod">
          <ac:chgData name="SHIVAM PRAJAPATI" userId="5c55b7a0eac772f0" providerId="LiveId" clId="{F3A8FF1A-E23E-4B65-8114-5EBD5EB262AB}" dt="2025-05-02T13:28:34.547" v="1" actId="21"/>
          <ac:spMkLst>
            <pc:docMk/>
            <pc:sldMk cId="2262191475" sldId="339"/>
            <ac:spMk id="8" creationId="{EEA4592A-7A91-4A0A-8A52-3FC2A4C60539}"/>
          </ac:spMkLst>
        </pc:spChg>
        <pc:spChg chg="add">
          <ac:chgData name="SHIVAM PRAJAPATI" userId="5c55b7a0eac772f0" providerId="LiveId" clId="{F3A8FF1A-E23E-4B65-8114-5EBD5EB262AB}" dt="2025-05-02T13:28:56.967" v="2"/>
          <ac:spMkLst>
            <pc:docMk/>
            <pc:sldMk cId="2262191475" sldId="339"/>
            <ac:spMk id="9" creationId="{86374A1B-F7E0-35CF-F9BE-8B1A04A649AF}"/>
          </ac:spMkLst>
        </pc:spChg>
        <pc:spChg chg="add">
          <ac:chgData name="SHIVAM PRAJAPATI" userId="5c55b7a0eac772f0" providerId="LiveId" clId="{F3A8FF1A-E23E-4B65-8114-5EBD5EB262AB}" dt="2025-05-02T13:28:56.967" v="2"/>
          <ac:spMkLst>
            <pc:docMk/>
            <pc:sldMk cId="2262191475" sldId="339"/>
            <ac:spMk id="10" creationId="{76F5B149-2358-6C03-97E4-7637B56FEDB0}"/>
          </ac:spMkLst>
        </pc:spChg>
        <pc:spChg chg="add del mod">
          <ac:chgData name="SHIVAM PRAJAPATI" userId="5c55b7a0eac772f0" providerId="LiveId" clId="{F3A8FF1A-E23E-4B65-8114-5EBD5EB262AB}" dt="2025-05-02T13:31:00.487" v="10" actId="12084"/>
          <ac:spMkLst>
            <pc:docMk/>
            <pc:sldMk cId="2262191475" sldId="339"/>
            <ac:spMk id="12" creationId="{8BBB7C2E-36BF-1BAA-4ABB-BD52F0822EEE}"/>
          </ac:spMkLst>
        </pc:spChg>
        <pc:graphicFrameChg chg="del">
          <ac:chgData name="SHIVAM PRAJAPATI" userId="5c55b7a0eac772f0" providerId="LiveId" clId="{F3A8FF1A-E23E-4B65-8114-5EBD5EB262AB}" dt="2025-05-02T13:28:29.754" v="0" actId="21"/>
          <ac:graphicFrameMkLst>
            <pc:docMk/>
            <pc:sldMk cId="2262191475" sldId="339"/>
            <ac:graphicFrameMk id="4" creationId="{DB13B542-F2C8-4DDB-8199-7150628CC2AF}"/>
          </ac:graphicFrameMkLst>
        </pc:graphicFrameChg>
        <pc:graphicFrameChg chg="add mod">
          <ac:chgData name="SHIVAM PRAJAPATI" userId="5c55b7a0eac772f0" providerId="LiveId" clId="{F3A8FF1A-E23E-4B65-8114-5EBD5EB262AB}" dt="2025-05-02T14:38:18.850" v="15" actId="1076"/>
          <ac:graphicFrameMkLst>
            <pc:docMk/>
            <pc:sldMk cId="2262191475" sldId="339"/>
            <ac:graphicFrameMk id="13" creationId="{18197DD0-4DF2-BBBB-58C7-547246A5F3FF}"/>
          </ac:graphicFrameMkLst>
        </pc:graphicFrameChg>
      </pc:sldChg>
      <pc:sldChg chg="addSp delSp modSp mod">
        <pc:chgData name="SHIVAM PRAJAPATI" userId="5c55b7a0eac772f0" providerId="LiveId" clId="{F3A8FF1A-E23E-4B65-8114-5EBD5EB262AB}" dt="2025-05-02T16:04:52.979" v="520" actId="21"/>
        <pc:sldMkLst>
          <pc:docMk/>
          <pc:sldMk cId="867604313" sldId="340"/>
        </pc:sldMkLst>
        <pc:spChg chg="mod">
          <ac:chgData name="SHIVAM PRAJAPATI" userId="5c55b7a0eac772f0" providerId="LiveId" clId="{F3A8FF1A-E23E-4B65-8114-5EBD5EB262AB}" dt="2025-05-02T14:54:36.514" v="141" actId="1076"/>
          <ac:spMkLst>
            <pc:docMk/>
            <pc:sldMk cId="867604313" sldId="340"/>
            <ac:spMk id="2" creationId="{39B191B0-6EB1-465F-8485-17B0C7B5E4D2}"/>
          </ac:spMkLst>
        </pc:spChg>
        <pc:spChg chg="add del mod">
          <ac:chgData name="SHIVAM PRAJAPATI" userId="5c55b7a0eac772f0" providerId="LiveId" clId="{F3A8FF1A-E23E-4B65-8114-5EBD5EB262AB}" dt="2025-05-02T14:52:41.954" v="113" actId="21"/>
          <ac:spMkLst>
            <pc:docMk/>
            <pc:sldMk cId="867604313" sldId="340"/>
            <ac:spMk id="4" creationId="{493CC760-5262-0DD1-A6A5-FB7A1AB8A3FB}"/>
          </ac:spMkLst>
        </pc:spChg>
        <pc:spChg chg="add del mod">
          <ac:chgData name="SHIVAM PRAJAPATI" userId="5c55b7a0eac772f0" providerId="LiveId" clId="{F3A8FF1A-E23E-4B65-8114-5EBD5EB262AB}" dt="2025-05-02T14:52:48.674" v="117" actId="21"/>
          <ac:spMkLst>
            <pc:docMk/>
            <pc:sldMk cId="867604313" sldId="340"/>
            <ac:spMk id="6" creationId="{6A0E8F60-4E22-BF6F-E090-F6A5C78AC57E}"/>
          </ac:spMkLst>
        </pc:spChg>
        <pc:spChg chg="add del mod">
          <ac:chgData name="SHIVAM PRAJAPATI" userId="5c55b7a0eac772f0" providerId="LiveId" clId="{F3A8FF1A-E23E-4B65-8114-5EBD5EB262AB}" dt="2025-05-02T14:52:50.897" v="118" actId="21"/>
          <ac:spMkLst>
            <pc:docMk/>
            <pc:sldMk cId="867604313" sldId="340"/>
            <ac:spMk id="8" creationId="{40ABC244-BE88-EF79-C9EE-D8BFFAAD7F97}"/>
          </ac:spMkLst>
        </pc:spChg>
        <pc:spChg chg="add del mod">
          <ac:chgData name="SHIVAM PRAJAPATI" userId="5c55b7a0eac772f0" providerId="LiveId" clId="{F3A8FF1A-E23E-4B65-8114-5EBD5EB262AB}" dt="2025-05-02T14:52:53.025" v="119" actId="21"/>
          <ac:spMkLst>
            <pc:docMk/>
            <pc:sldMk cId="867604313" sldId="340"/>
            <ac:spMk id="10" creationId="{FCE01088-3766-F196-9654-A31CD970BA63}"/>
          </ac:spMkLst>
        </pc:spChg>
        <pc:spChg chg="add del mod">
          <ac:chgData name="SHIVAM PRAJAPATI" userId="5c55b7a0eac772f0" providerId="LiveId" clId="{F3A8FF1A-E23E-4B65-8114-5EBD5EB262AB}" dt="2025-05-02T14:53:13.959" v="124" actId="21"/>
          <ac:spMkLst>
            <pc:docMk/>
            <pc:sldMk cId="867604313" sldId="340"/>
            <ac:spMk id="12" creationId="{3E8628BE-1E55-F709-470D-228ED6DC71B9}"/>
          </ac:spMkLst>
        </pc:spChg>
        <pc:spChg chg="add del mod">
          <ac:chgData name="SHIVAM PRAJAPATI" userId="5c55b7a0eac772f0" providerId="LiveId" clId="{F3A8FF1A-E23E-4B65-8114-5EBD5EB262AB}" dt="2025-05-02T14:53:01.809" v="123" actId="478"/>
          <ac:spMkLst>
            <pc:docMk/>
            <pc:sldMk cId="867604313" sldId="340"/>
            <ac:spMk id="14" creationId="{E1101DCF-3F01-D27F-008B-F58668C89F64}"/>
          </ac:spMkLst>
        </pc:spChg>
        <pc:spChg chg="del">
          <ac:chgData name="SHIVAM PRAJAPATI" userId="5c55b7a0eac772f0" providerId="LiveId" clId="{F3A8FF1A-E23E-4B65-8114-5EBD5EB262AB}" dt="2025-05-02T14:52:59.080" v="122" actId="478"/>
          <ac:spMkLst>
            <pc:docMk/>
            <pc:sldMk cId="867604313" sldId="340"/>
            <ac:spMk id="15" creationId="{FC94EEF9-0CF4-434D-9868-AE735CC53AFE}"/>
          </ac:spMkLst>
        </pc:spChg>
        <pc:spChg chg="del">
          <ac:chgData name="SHIVAM PRAJAPATI" userId="5c55b7a0eac772f0" providerId="LiveId" clId="{F3A8FF1A-E23E-4B65-8114-5EBD5EB262AB}" dt="2025-05-02T14:53:18.152" v="125" actId="21"/>
          <ac:spMkLst>
            <pc:docMk/>
            <pc:sldMk cId="867604313" sldId="340"/>
            <ac:spMk id="16" creationId="{FA6A7275-10D7-4DB4-B4FD-66C06A912CC3}"/>
          </ac:spMkLst>
        </pc:spChg>
        <pc:spChg chg="del">
          <ac:chgData name="SHIVAM PRAJAPATI" userId="5c55b7a0eac772f0" providerId="LiveId" clId="{F3A8FF1A-E23E-4B65-8114-5EBD5EB262AB}" dt="2025-05-02T14:52:59.080" v="122" actId="478"/>
          <ac:spMkLst>
            <pc:docMk/>
            <pc:sldMk cId="867604313" sldId="340"/>
            <ac:spMk id="17" creationId="{25736EB0-F73E-44B4-B638-760ED79C2299}"/>
          </ac:spMkLst>
        </pc:spChg>
        <pc:spChg chg="del">
          <ac:chgData name="SHIVAM PRAJAPATI" userId="5c55b7a0eac772f0" providerId="LiveId" clId="{F3A8FF1A-E23E-4B65-8114-5EBD5EB262AB}" dt="2025-05-02T14:53:20.869" v="126" actId="21"/>
          <ac:spMkLst>
            <pc:docMk/>
            <pc:sldMk cId="867604313" sldId="340"/>
            <ac:spMk id="18" creationId="{75C268D6-CC67-4C61-B281-E4B2CD8259E8}"/>
          </ac:spMkLst>
        </pc:spChg>
        <pc:spChg chg="del mod">
          <ac:chgData name="SHIVAM PRAJAPATI" userId="5c55b7a0eac772f0" providerId="LiveId" clId="{F3A8FF1A-E23E-4B65-8114-5EBD5EB262AB}" dt="2025-05-02T14:52:59.080" v="122" actId="478"/>
          <ac:spMkLst>
            <pc:docMk/>
            <pc:sldMk cId="867604313" sldId="340"/>
            <ac:spMk id="19" creationId="{747ABDB0-2F98-4D4F-92DF-9865CCF81CED}"/>
          </ac:spMkLst>
        </pc:spChg>
        <pc:spChg chg="del">
          <ac:chgData name="SHIVAM PRAJAPATI" userId="5c55b7a0eac772f0" providerId="LiveId" clId="{F3A8FF1A-E23E-4B65-8114-5EBD5EB262AB}" dt="2025-05-02T14:53:24.219" v="127" actId="21"/>
          <ac:spMkLst>
            <pc:docMk/>
            <pc:sldMk cId="867604313" sldId="340"/>
            <ac:spMk id="20" creationId="{F62B1653-BD0E-491E-A274-F7842F56756F}"/>
          </ac:spMkLst>
        </pc:spChg>
        <pc:spChg chg="del">
          <ac:chgData name="SHIVAM PRAJAPATI" userId="5c55b7a0eac772f0" providerId="LiveId" clId="{F3A8FF1A-E23E-4B65-8114-5EBD5EB262AB}" dt="2025-05-02T14:53:30.572" v="129" actId="21"/>
          <ac:spMkLst>
            <pc:docMk/>
            <pc:sldMk cId="867604313" sldId="340"/>
            <ac:spMk id="21" creationId="{5FE24DC7-B82C-4A22-ADDC-66ABB6E19D03}"/>
          </ac:spMkLst>
        </pc:spChg>
        <pc:spChg chg="del">
          <ac:chgData name="SHIVAM PRAJAPATI" userId="5c55b7a0eac772f0" providerId="LiveId" clId="{F3A8FF1A-E23E-4B65-8114-5EBD5EB262AB}" dt="2025-05-02T14:53:27.569" v="128" actId="21"/>
          <ac:spMkLst>
            <pc:docMk/>
            <pc:sldMk cId="867604313" sldId="340"/>
            <ac:spMk id="22" creationId="{AC09A9D4-D95C-4B18-A20A-3F82AA3BAC28}"/>
          </ac:spMkLst>
        </pc:spChg>
        <pc:spChg chg="add del mod">
          <ac:chgData name="SHIVAM PRAJAPATI" userId="5c55b7a0eac772f0" providerId="LiveId" clId="{F3A8FF1A-E23E-4B65-8114-5EBD5EB262AB}" dt="2025-05-02T14:53:01.809" v="123" actId="478"/>
          <ac:spMkLst>
            <pc:docMk/>
            <pc:sldMk cId="867604313" sldId="340"/>
            <ac:spMk id="25" creationId="{E4F8804A-E3C4-D55D-4D0E-9D1482892924}"/>
          </ac:spMkLst>
        </pc:spChg>
        <pc:spChg chg="add del mod">
          <ac:chgData name="SHIVAM PRAJAPATI" userId="5c55b7a0eac772f0" providerId="LiveId" clId="{F3A8FF1A-E23E-4B65-8114-5EBD5EB262AB}" dt="2025-05-02T14:53:57.483" v="134" actId="21"/>
          <ac:spMkLst>
            <pc:docMk/>
            <pc:sldMk cId="867604313" sldId="340"/>
            <ac:spMk id="29" creationId="{A4BEDD98-EC64-3E0B-489F-8B340BC4D365}"/>
          </ac:spMkLst>
        </pc:spChg>
        <pc:spChg chg="del">
          <ac:chgData name="SHIVAM PRAJAPATI" userId="5c55b7a0eac772f0" providerId="LiveId" clId="{F3A8FF1A-E23E-4B65-8114-5EBD5EB262AB}" dt="2025-05-02T16:04:43.005" v="518" actId="21"/>
          <ac:spMkLst>
            <pc:docMk/>
            <pc:sldMk cId="867604313" sldId="340"/>
            <ac:spMk id="31" creationId="{305F4085-9EAA-4081-8815-C3D2A6D2C63C}"/>
          </ac:spMkLst>
        </pc:spChg>
        <pc:spChg chg="del">
          <ac:chgData name="SHIVAM PRAJAPATI" userId="5c55b7a0eac772f0" providerId="LiveId" clId="{F3A8FF1A-E23E-4B65-8114-5EBD5EB262AB}" dt="2025-05-02T16:04:46.169" v="519" actId="21"/>
          <ac:spMkLst>
            <pc:docMk/>
            <pc:sldMk cId="867604313" sldId="340"/>
            <ac:spMk id="32" creationId="{E7A32522-24F0-40A6-92CF-E4C87EBE5414}"/>
          </ac:spMkLst>
        </pc:spChg>
        <pc:spChg chg="del">
          <ac:chgData name="SHIVAM PRAJAPATI" userId="5c55b7a0eac772f0" providerId="LiveId" clId="{F3A8FF1A-E23E-4B65-8114-5EBD5EB262AB}" dt="2025-05-02T16:04:52.979" v="520" actId="21"/>
          <ac:spMkLst>
            <pc:docMk/>
            <pc:sldMk cId="867604313" sldId="340"/>
            <ac:spMk id="33" creationId="{E5D12020-B189-4032-A749-FA4A26615782}"/>
          </ac:spMkLst>
        </pc:spChg>
        <pc:spChg chg="add del mod">
          <ac:chgData name="SHIVAM PRAJAPATI" userId="5c55b7a0eac772f0" providerId="LiveId" clId="{F3A8FF1A-E23E-4B65-8114-5EBD5EB262AB}" dt="2025-05-02T14:53:54.635" v="133" actId="21"/>
          <ac:spMkLst>
            <pc:docMk/>
            <pc:sldMk cId="867604313" sldId="340"/>
            <ac:spMk id="35" creationId="{74DE9965-B815-B636-3C5F-CA2BEC0B5B11}"/>
          </ac:spMkLst>
        </pc:spChg>
        <pc:spChg chg="add del mod">
          <ac:chgData name="SHIVAM PRAJAPATI" userId="5c55b7a0eac772f0" providerId="LiveId" clId="{F3A8FF1A-E23E-4B65-8114-5EBD5EB262AB}" dt="2025-05-02T14:53:49.248" v="132" actId="21"/>
          <ac:spMkLst>
            <pc:docMk/>
            <pc:sldMk cId="867604313" sldId="340"/>
            <ac:spMk id="37" creationId="{9D604725-F1D5-2995-6F2D-7964FF33E7EA}"/>
          </ac:spMkLst>
        </pc:spChg>
        <pc:spChg chg="add del mod">
          <ac:chgData name="SHIVAM PRAJAPATI" userId="5c55b7a0eac772f0" providerId="LiveId" clId="{F3A8FF1A-E23E-4B65-8114-5EBD5EB262AB}" dt="2025-05-02T14:53:40.799" v="130" actId="21"/>
          <ac:spMkLst>
            <pc:docMk/>
            <pc:sldMk cId="867604313" sldId="340"/>
            <ac:spMk id="39" creationId="{9AFDD185-F830-25F2-CE26-A077A0660993}"/>
          </ac:spMkLst>
        </pc:spChg>
        <pc:spChg chg="add del mod">
          <ac:chgData name="SHIVAM PRAJAPATI" userId="5c55b7a0eac772f0" providerId="LiveId" clId="{F3A8FF1A-E23E-4B65-8114-5EBD5EB262AB}" dt="2025-05-02T14:53:46.154" v="131" actId="21"/>
          <ac:spMkLst>
            <pc:docMk/>
            <pc:sldMk cId="867604313" sldId="340"/>
            <ac:spMk id="41" creationId="{A6510F35-51AF-39E3-A2E1-3222005B9721}"/>
          </ac:spMkLst>
        </pc:spChg>
        <pc:spChg chg="add del mod">
          <ac:chgData name="SHIVAM PRAJAPATI" userId="5c55b7a0eac772f0" providerId="LiveId" clId="{F3A8FF1A-E23E-4B65-8114-5EBD5EB262AB}" dt="2025-05-02T14:55:26.089" v="146" actId="12084"/>
          <ac:spMkLst>
            <pc:docMk/>
            <pc:sldMk cId="867604313" sldId="340"/>
            <ac:spMk id="43" creationId="{2538F91A-3C38-4638-8783-EC472A494B7A}"/>
          </ac:spMkLst>
        </pc:spChg>
        <pc:graphicFrameChg chg="add mod">
          <ac:chgData name="SHIVAM PRAJAPATI" userId="5c55b7a0eac772f0" providerId="LiveId" clId="{F3A8FF1A-E23E-4B65-8114-5EBD5EB262AB}" dt="2025-05-02T14:55:08.491" v="144" actId="12084"/>
          <ac:graphicFrameMkLst>
            <pc:docMk/>
            <pc:sldMk cId="867604313" sldId="340"/>
            <ac:graphicFrameMk id="44" creationId="{F8248278-DEEC-0C33-DF27-4D63DEB9293A}"/>
          </ac:graphicFrameMkLst>
        </pc:graphicFrameChg>
        <pc:graphicFrameChg chg="add mod">
          <ac:chgData name="SHIVAM PRAJAPATI" userId="5c55b7a0eac772f0" providerId="LiveId" clId="{F3A8FF1A-E23E-4B65-8114-5EBD5EB262AB}" dt="2025-05-02T14:55:59.009" v="152" actId="1076"/>
          <ac:graphicFrameMkLst>
            <pc:docMk/>
            <pc:sldMk cId="867604313" sldId="340"/>
            <ac:graphicFrameMk id="45" creationId="{9D9299F1-1295-091A-DBDC-B7946CDE9A06}"/>
          </ac:graphicFrameMkLst>
        </pc:graphicFrameChg>
        <pc:picChg chg="del">
          <ac:chgData name="SHIVAM PRAJAPATI" userId="5c55b7a0eac772f0" providerId="LiveId" clId="{F3A8FF1A-E23E-4B65-8114-5EBD5EB262AB}" dt="2025-05-02T14:52:22.993" v="112" actId="21"/>
          <ac:picMkLst>
            <pc:docMk/>
            <pc:sldMk cId="867604313" sldId="340"/>
            <ac:picMk id="24" creationId="{9052A624-933A-4A83-B0B4-51BEC993579C}"/>
          </ac:picMkLst>
        </pc:picChg>
        <pc:picChg chg="del">
          <ac:chgData name="SHIVAM PRAJAPATI" userId="5c55b7a0eac772f0" providerId="LiveId" clId="{F3A8FF1A-E23E-4B65-8114-5EBD5EB262AB}" dt="2025-05-02T14:52:43.504" v="114" actId="478"/>
          <ac:picMkLst>
            <pc:docMk/>
            <pc:sldMk cId="867604313" sldId="340"/>
            <ac:picMk id="26" creationId="{F0CFEB80-44C9-458B-87AA-0B90F00348FB}"/>
          </ac:picMkLst>
        </pc:picChg>
        <pc:picChg chg="del">
          <ac:chgData name="SHIVAM PRAJAPATI" userId="5c55b7a0eac772f0" providerId="LiveId" clId="{F3A8FF1A-E23E-4B65-8114-5EBD5EB262AB}" dt="2025-05-02T14:52:45.019" v="115" actId="478"/>
          <ac:picMkLst>
            <pc:docMk/>
            <pc:sldMk cId="867604313" sldId="340"/>
            <ac:picMk id="28" creationId="{2FE6C73A-2FC6-4941-9268-7E317353933D}"/>
          </ac:picMkLst>
        </pc:picChg>
        <pc:picChg chg="del">
          <ac:chgData name="SHIVAM PRAJAPATI" userId="5c55b7a0eac772f0" providerId="LiveId" clId="{F3A8FF1A-E23E-4B65-8114-5EBD5EB262AB}" dt="2025-05-02T14:52:45.658" v="116" actId="478"/>
          <ac:picMkLst>
            <pc:docMk/>
            <pc:sldMk cId="867604313" sldId="340"/>
            <ac:picMk id="30" creationId="{9507F35B-4521-4DF9-B9FF-D906724AD2C7}"/>
          </ac:picMkLst>
        </pc:picChg>
      </pc:sldChg>
      <pc:sldChg chg="addSp delSp modSp mod">
        <pc:chgData name="SHIVAM PRAJAPATI" userId="5c55b7a0eac772f0" providerId="LiveId" clId="{F3A8FF1A-E23E-4B65-8114-5EBD5EB262AB}" dt="2025-05-02T16:23:44.455" v="566" actId="22"/>
        <pc:sldMkLst>
          <pc:docMk/>
          <pc:sldMk cId="1448471967" sldId="341"/>
        </pc:sldMkLst>
        <pc:spChg chg="add del mod">
          <ac:chgData name="SHIVAM PRAJAPATI" userId="5c55b7a0eac772f0" providerId="LiveId" clId="{F3A8FF1A-E23E-4B65-8114-5EBD5EB262AB}" dt="2025-05-02T15:06:34.989" v="198" actId="14100"/>
          <ac:spMkLst>
            <pc:docMk/>
            <pc:sldMk cId="1448471967" sldId="341"/>
            <ac:spMk id="2" creationId="{D78518F4-D13C-40F3-9843-13BBC3B8BDCF}"/>
          </ac:spMkLst>
        </pc:spChg>
        <pc:spChg chg="del">
          <ac:chgData name="SHIVAM PRAJAPATI" userId="5c55b7a0eac772f0" providerId="LiveId" clId="{F3A8FF1A-E23E-4B65-8114-5EBD5EB262AB}" dt="2025-05-02T15:05:34.505" v="180" actId="21"/>
          <ac:spMkLst>
            <pc:docMk/>
            <pc:sldMk cId="1448471967" sldId="341"/>
            <ac:spMk id="3" creationId="{FE33E194-371F-4D5A-8C83-2CCE5A3D6C25}"/>
          </ac:spMkLst>
        </pc:spChg>
        <pc:spChg chg="del">
          <ac:chgData name="SHIVAM PRAJAPATI" userId="5c55b7a0eac772f0" providerId="LiveId" clId="{F3A8FF1A-E23E-4B65-8114-5EBD5EB262AB}" dt="2025-05-02T15:05:20.492" v="178" actId="21"/>
          <ac:spMkLst>
            <pc:docMk/>
            <pc:sldMk cId="1448471967" sldId="341"/>
            <ac:spMk id="4" creationId="{FABA94CC-2803-437F-B79F-A5067E28041B}"/>
          </ac:spMkLst>
        </pc:spChg>
        <pc:spChg chg="del">
          <ac:chgData name="SHIVAM PRAJAPATI" userId="5c55b7a0eac772f0" providerId="LiveId" clId="{F3A8FF1A-E23E-4B65-8114-5EBD5EB262AB}" dt="2025-05-02T15:05:50.406" v="183" actId="21"/>
          <ac:spMkLst>
            <pc:docMk/>
            <pc:sldMk cId="1448471967" sldId="341"/>
            <ac:spMk id="5" creationId="{A4A59DFC-7CFF-494D-8C86-6FE174974213}"/>
          </ac:spMkLst>
        </pc:spChg>
        <pc:spChg chg="del">
          <ac:chgData name="SHIVAM PRAJAPATI" userId="5c55b7a0eac772f0" providerId="LiveId" clId="{F3A8FF1A-E23E-4B65-8114-5EBD5EB262AB}" dt="2025-05-02T15:05:37.399" v="181" actId="21"/>
          <ac:spMkLst>
            <pc:docMk/>
            <pc:sldMk cId="1448471967" sldId="341"/>
            <ac:spMk id="6" creationId="{9397F57A-AEBE-465C-9EF7-E78B1CDEC7A3}"/>
          </ac:spMkLst>
        </pc:spChg>
        <pc:spChg chg="mod">
          <ac:chgData name="SHIVAM PRAJAPATI" userId="5c55b7a0eac772f0" providerId="LiveId" clId="{F3A8FF1A-E23E-4B65-8114-5EBD5EB262AB}" dt="2025-05-02T15:14:22.601" v="227" actId="2711"/>
          <ac:spMkLst>
            <pc:docMk/>
            <pc:sldMk cId="1448471967" sldId="341"/>
            <ac:spMk id="7" creationId="{A7FD409D-82CA-4A05-9EF1-71EEFF9420DE}"/>
          </ac:spMkLst>
        </pc:spChg>
        <pc:spChg chg="mod">
          <ac:chgData name="SHIVAM PRAJAPATI" userId="5c55b7a0eac772f0" providerId="LiveId" clId="{F3A8FF1A-E23E-4B65-8114-5EBD5EB262AB}" dt="2025-05-02T15:15:02.207" v="231" actId="1076"/>
          <ac:spMkLst>
            <pc:docMk/>
            <pc:sldMk cId="1448471967" sldId="341"/>
            <ac:spMk id="8" creationId="{CDD187DA-D1E6-4203-8426-B028CDCA5BAF}"/>
          </ac:spMkLst>
        </pc:spChg>
        <pc:spChg chg="del">
          <ac:chgData name="SHIVAM PRAJAPATI" userId="5c55b7a0eac772f0" providerId="LiveId" clId="{F3A8FF1A-E23E-4B65-8114-5EBD5EB262AB}" dt="2025-05-02T16:04:11.446" v="513" actId="21"/>
          <ac:spMkLst>
            <pc:docMk/>
            <pc:sldMk cId="1448471967" sldId="341"/>
            <ac:spMk id="9" creationId="{7BD57D52-635E-45A8-AB12-6DAF783169CA}"/>
          </ac:spMkLst>
        </pc:spChg>
        <pc:spChg chg="add del mod">
          <ac:chgData name="SHIVAM PRAJAPATI" userId="5c55b7a0eac772f0" providerId="LiveId" clId="{F3A8FF1A-E23E-4B65-8114-5EBD5EB262AB}" dt="2025-05-02T15:05:24.388" v="179" actId="21"/>
          <ac:spMkLst>
            <pc:docMk/>
            <pc:sldMk cId="1448471967" sldId="341"/>
            <ac:spMk id="11" creationId="{68BA67D6-46E5-DCCB-EC27-7F319B38AEB7}"/>
          </ac:spMkLst>
        </pc:spChg>
        <pc:spChg chg="add del mod">
          <ac:chgData name="SHIVAM PRAJAPATI" userId="5c55b7a0eac772f0" providerId="LiveId" clId="{F3A8FF1A-E23E-4B65-8114-5EBD5EB262AB}" dt="2025-05-02T15:05:58.292" v="185" actId="21"/>
          <ac:spMkLst>
            <pc:docMk/>
            <pc:sldMk cId="1448471967" sldId="341"/>
            <ac:spMk id="13" creationId="{AF699D0D-434F-D90E-A88E-86C5BDAB30CD}"/>
          </ac:spMkLst>
        </pc:spChg>
        <pc:spChg chg="add del mod">
          <ac:chgData name="SHIVAM PRAJAPATI" userId="5c55b7a0eac772f0" providerId="LiveId" clId="{F3A8FF1A-E23E-4B65-8114-5EBD5EB262AB}" dt="2025-05-02T15:05:41.057" v="182" actId="21"/>
          <ac:spMkLst>
            <pc:docMk/>
            <pc:sldMk cId="1448471967" sldId="341"/>
            <ac:spMk id="15" creationId="{F48ACB7F-0938-B3D4-6866-8716A17A39B2}"/>
          </ac:spMkLst>
        </pc:spChg>
        <pc:spChg chg="add del mod">
          <ac:chgData name="SHIVAM PRAJAPATI" userId="5c55b7a0eac772f0" providerId="LiveId" clId="{F3A8FF1A-E23E-4B65-8114-5EBD5EB262AB}" dt="2025-05-02T15:05:53.976" v="184" actId="21"/>
          <ac:spMkLst>
            <pc:docMk/>
            <pc:sldMk cId="1448471967" sldId="341"/>
            <ac:spMk id="17" creationId="{903F1AD2-9345-CBB7-572C-E64FD1C0CFB7}"/>
          </ac:spMkLst>
        </pc:spChg>
        <pc:spChg chg="add del mod">
          <ac:chgData name="SHIVAM PRAJAPATI" userId="5c55b7a0eac772f0" providerId="LiveId" clId="{F3A8FF1A-E23E-4B65-8114-5EBD5EB262AB}" dt="2025-05-02T15:06:07.559" v="187" actId="21"/>
          <ac:spMkLst>
            <pc:docMk/>
            <pc:sldMk cId="1448471967" sldId="341"/>
            <ac:spMk id="18" creationId="{AF699D0D-434F-D90E-A88E-86C5BDAB30CD}"/>
          </ac:spMkLst>
        </pc:spChg>
        <pc:spChg chg="add del mod">
          <ac:chgData name="SHIVAM PRAJAPATI" userId="5c55b7a0eac772f0" providerId="LiveId" clId="{F3A8FF1A-E23E-4B65-8114-5EBD5EB262AB}" dt="2025-05-02T15:12:22.968" v="216" actId="12084"/>
          <ac:spMkLst>
            <pc:docMk/>
            <pc:sldMk cId="1448471967" sldId="341"/>
            <ac:spMk id="20" creationId="{112D2C88-B527-3FD4-1C97-29330460DF0C}"/>
          </ac:spMkLst>
        </pc:spChg>
        <pc:spChg chg="add del mod">
          <ac:chgData name="SHIVAM PRAJAPATI" userId="5c55b7a0eac772f0" providerId="LiveId" clId="{F3A8FF1A-E23E-4B65-8114-5EBD5EB262AB}" dt="2025-05-02T15:06:22.265" v="194" actId="478"/>
          <ac:spMkLst>
            <pc:docMk/>
            <pc:sldMk cId="1448471967" sldId="341"/>
            <ac:spMk id="22" creationId="{5309C7CC-DDAC-7F46-3439-8EEB1FBF1AC9}"/>
          </ac:spMkLst>
        </pc:spChg>
        <pc:spChg chg="add del">
          <ac:chgData name="SHIVAM PRAJAPATI" userId="5c55b7a0eac772f0" providerId="LiveId" clId="{F3A8FF1A-E23E-4B65-8114-5EBD5EB262AB}" dt="2025-05-02T16:23:44.455" v="566" actId="22"/>
          <ac:spMkLst>
            <pc:docMk/>
            <pc:sldMk cId="1448471967" sldId="341"/>
            <ac:spMk id="27" creationId="{5AC2AD68-554B-2805-7319-38AAE4FD61C4}"/>
          </ac:spMkLst>
        </pc:spChg>
        <pc:graphicFrameChg chg="add mod">
          <ac:chgData name="SHIVAM PRAJAPATI" userId="5c55b7a0eac772f0" providerId="LiveId" clId="{F3A8FF1A-E23E-4B65-8114-5EBD5EB262AB}" dt="2025-05-02T15:11:01.254" v="212" actId="14100"/>
          <ac:graphicFrameMkLst>
            <pc:docMk/>
            <pc:sldMk cId="1448471967" sldId="341"/>
            <ac:graphicFrameMk id="23" creationId="{107310C1-5EF1-49A0-1198-DD86311C419C}"/>
          </ac:graphicFrameMkLst>
        </pc:graphicFrameChg>
        <pc:graphicFrameChg chg="add mod">
          <ac:chgData name="SHIVAM PRAJAPATI" userId="5c55b7a0eac772f0" providerId="LiveId" clId="{F3A8FF1A-E23E-4B65-8114-5EBD5EB262AB}" dt="2025-05-02T15:11:19.498" v="214" actId="12084"/>
          <ac:graphicFrameMkLst>
            <pc:docMk/>
            <pc:sldMk cId="1448471967" sldId="341"/>
            <ac:graphicFrameMk id="24" creationId="{AB1D7E57-CA2A-3BD8-4547-9F8DEA793A1D}"/>
          </ac:graphicFrameMkLst>
        </pc:graphicFrameChg>
        <pc:graphicFrameChg chg="add mod">
          <ac:chgData name="SHIVAM PRAJAPATI" userId="5c55b7a0eac772f0" providerId="LiveId" clId="{F3A8FF1A-E23E-4B65-8114-5EBD5EB262AB}" dt="2025-05-02T15:13:44.384" v="224" actId="1076"/>
          <ac:graphicFrameMkLst>
            <pc:docMk/>
            <pc:sldMk cId="1448471967" sldId="341"/>
            <ac:graphicFrameMk id="25" creationId="{602E80FE-3FCC-0DDC-A62D-DFCF4C666EBB}"/>
          </ac:graphicFrameMkLst>
        </pc:graphicFrameChg>
      </pc:sldChg>
      <pc:sldChg chg="addSp delSp modSp mod">
        <pc:chgData name="SHIVAM PRAJAPATI" userId="5c55b7a0eac772f0" providerId="LiveId" clId="{F3A8FF1A-E23E-4B65-8114-5EBD5EB262AB}" dt="2025-05-02T16:04:20.177" v="514" actId="21"/>
        <pc:sldMkLst>
          <pc:docMk/>
          <pc:sldMk cId="2911269246" sldId="342"/>
        </pc:sldMkLst>
        <pc:spChg chg="mod">
          <ac:chgData name="SHIVAM PRAJAPATI" userId="5c55b7a0eac772f0" providerId="LiveId" clId="{F3A8FF1A-E23E-4B65-8114-5EBD5EB262AB}" dt="2025-05-02T15:18:26.874" v="263" actId="1076"/>
          <ac:spMkLst>
            <pc:docMk/>
            <pc:sldMk cId="2911269246" sldId="342"/>
            <ac:spMk id="2" creationId="{2C360FCC-0BF5-45B2-9CDD-17A4BA1878EE}"/>
          </ac:spMkLst>
        </pc:spChg>
        <pc:spChg chg="del">
          <ac:chgData name="SHIVAM PRAJAPATI" userId="5c55b7a0eac772f0" providerId="LiveId" clId="{F3A8FF1A-E23E-4B65-8114-5EBD5EB262AB}" dt="2025-05-02T15:17:18.384" v="245" actId="21"/>
          <ac:spMkLst>
            <pc:docMk/>
            <pc:sldMk cId="2911269246" sldId="342"/>
            <ac:spMk id="3" creationId="{88BA67A4-895F-49F8-97D0-7158E0597C07}"/>
          </ac:spMkLst>
        </pc:spChg>
        <pc:spChg chg="del">
          <ac:chgData name="SHIVAM PRAJAPATI" userId="5c55b7a0eac772f0" providerId="LiveId" clId="{F3A8FF1A-E23E-4B65-8114-5EBD5EB262AB}" dt="2025-05-02T15:16:39.058" v="233" actId="478"/>
          <ac:spMkLst>
            <pc:docMk/>
            <pc:sldMk cId="2911269246" sldId="342"/>
            <ac:spMk id="4" creationId="{020BAF9D-516C-4AC0-B83C-33BFA6E280A1}"/>
          </ac:spMkLst>
        </pc:spChg>
        <pc:spChg chg="del">
          <ac:chgData name="SHIVAM PRAJAPATI" userId="5c55b7a0eac772f0" providerId="LiveId" clId="{F3A8FF1A-E23E-4B65-8114-5EBD5EB262AB}" dt="2025-05-02T15:17:07.227" v="242" actId="21"/>
          <ac:spMkLst>
            <pc:docMk/>
            <pc:sldMk cId="2911269246" sldId="342"/>
            <ac:spMk id="5" creationId="{5951D7A3-45F6-43A4-8ADB-05DA212ADAAF}"/>
          </ac:spMkLst>
        </pc:spChg>
        <pc:spChg chg="del">
          <ac:chgData name="SHIVAM PRAJAPATI" userId="5c55b7a0eac772f0" providerId="LiveId" clId="{F3A8FF1A-E23E-4B65-8114-5EBD5EB262AB}" dt="2025-05-02T15:16:36.131" v="232" actId="478"/>
          <ac:spMkLst>
            <pc:docMk/>
            <pc:sldMk cId="2911269246" sldId="342"/>
            <ac:spMk id="6" creationId="{4E022558-08EA-41A8-88BE-1F82971F0E31}"/>
          </ac:spMkLst>
        </pc:spChg>
        <pc:spChg chg="del">
          <ac:chgData name="SHIVAM PRAJAPATI" userId="5c55b7a0eac772f0" providerId="LiveId" clId="{F3A8FF1A-E23E-4B65-8114-5EBD5EB262AB}" dt="2025-05-02T15:16:49.527" v="237" actId="21"/>
          <ac:spMkLst>
            <pc:docMk/>
            <pc:sldMk cId="2911269246" sldId="342"/>
            <ac:spMk id="7" creationId="{3EA34E7E-6BB0-4276-9993-7D15DAF830EB}"/>
          </ac:spMkLst>
        </pc:spChg>
        <pc:spChg chg="del mod">
          <ac:chgData name="SHIVAM PRAJAPATI" userId="5c55b7a0eac772f0" providerId="LiveId" clId="{F3A8FF1A-E23E-4B65-8114-5EBD5EB262AB}" dt="2025-05-02T15:16:58.701" v="239" actId="21"/>
          <ac:spMkLst>
            <pc:docMk/>
            <pc:sldMk cId="2911269246" sldId="342"/>
            <ac:spMk id="8" creationId="{C6AEC234-75AE-4C73-8E75-A426AAC54462}"/>
          </ac:spMkLst>
        </pc:spChg>
        <pc:spChg chg="mod">
          <ac:chgData name="SHIVAM PRAJAPATI" userId="5c55b7a0eac772f0" providerId="LiveId" clId="{F3A8FF1A-E23E-4B65-8114-5EBD5EB262AB}" dt="2025-05-02T15:27:25.188" v="287" actId="20577"/>
          <ac:spMkLst>
            <pc:docMk/>
            <pc:sldMk cId="2911269246" sldId="342"/>
            <ac:spMk id="9" creationId="{72919092-CCE1-4A58-8E2A-540307E14B56}"/>
          </ac:spMkLst>
        </pc:spChg>
        <pc:spChg chg="mod">
          <ac:chgData name="SHIVAM PRAJAPATI" userId="5c55b7a0eac772f0" providerId="LiveId" clId="{F3A8FF1A-E23E-4B65-8114-5EBD5EB262AB}" dt="2025-05-02T15:27:09.573" v="279" actId="1076"/>
          <ac:spMkLst>
            <pc:docMk/>
            <pc:sldMk cId="2911269246" sldId="342"/>
            <ac:spMk id="10" creationId="{43032B0D-C227-4CB9-85CC-4B9B8BF1621E}"/>
          </ac:spMkLst>
        </pc:spChg>
        <pc:spChg chg="del">
          <ac:chgData name="SHIVAM PRAJAPATI" userId="5c55b7a0eac772f0" providerId="LiveId" clId="{F3A8FF1A-E23E-4B65-8114-5EBD5EB262AB}" dt="2025-05-02T16:04:20.177" v="514" actId="21"/>
          <ac:spMkLst>
            <pc:docMk/>
            <pc:sldMk cId="2911269246" sldId="342"/>
            <ac:spMk id="11" creationId="{5F67B498-D587-4BC1-B0F3-4316C41ADDF9}"/>
          </ac:spMkLst>
        </pc:spChg>
        <pc:spChg chg="add del mod">
          <ac:chgData name="SHIVAM PRAJAPATI" userId="5c55b7a0eac772f0" providerId="LiveId" clId="{F3A8FF1A-E23E-4B65-8114-5EBD5EB262AB}" dt="2025-05-02T15:17:03.442" v="241" actId="21"/>
          <ac:spMkLst>
            <pc:docMk/>
            <pc:sldMk cId="2911269246" sldId="342"/>
            <ac:spMk id="13" creationId="{600ED24D-A11A-C8ED-ECC3-3589623B3E4D}"/>
          </ac:spMkLst>
        </pc:spChg>
        <pc:spChg chg="add del mod">
          <ac:chgData name="SHIVAM PRAJAPATI" userId="5c55b7a0eac772f0" providerId="LiveId" clId="{F3A8FF1A-E23E-4B65-8114-5EBD5EB262AB}" dt="2025-05-02T15:17:10.112" v="243" actId="21"/>
          <ac:spMkLst>
            <pc:docMk/>
            <pc:sldMk cId="2911269246" sldId="342"/>
            <ac:spMk id="15" creationId="{E9315358-9826-D12A-9BAC-4C20756F45E5}"/>
          </ac:spMkLst>
        </pc:spChg>
        <pc:spChg chg="add del mod">
          <ac:chgData name="SHIVAM PRAJAPATI" userId="5c55b7a0eac772f0" providerId="LiveId" clId="{F3A8FF1A-E23E-4B65-8114-5EBD5EB262AB}" dt="2025-05-02T15:16:56.549" v="238" actId="21"/>
          <ac:spMkLst>
            <pc:docMk/>
            <pc:sldMk cId="2911269246" sldId="342"/>
            <ac:spMk id="17" creationId="{DC49AAB6-117E-6579-91A8-FD1320F5DE07}"/>
          </ac:spMkLst>
        </pc:spChg>
        <pc:spChg chg="add del mod">
          <ac:chgData name="SHIVAM PRAJAPATI" userId="5c55b7a0eac772f0" providerId="LiveId" clId="{F3A8FF1A-E23E-4B65-8114-5EBD5EB262AB}" dt="2025-05-02T15:17:01.109" v="240" actId="21"/>
          <ac:spMkLst>
            <pc:docMk/>
            <pc:sldMk cId="2911269246" sldId="342"/>
            <ac:spMk id="19" creationId="{054E2C6F-A3ED-76D5-9DCF-8D96A07ECBCB}"/>
          </ac:spMkLst>
        </pc:spChg>
        <pc:spChg chg="add del mod">
          <ac:chgData name="SHIVAM PRAJAPATI" userId="5c55b7a0eac772f0" providerId="LiveId" clId="{F3A8FF1A-E23E-4B65-8114-5EBD5EB262AB}" dt="2025-05-02T15:17:15.227" v="244" actId="21"/>
          <ac:spMkLst>
            <pc:docMk/>
            <pc:sldMk cId="2911269246" sldId="342"/>
            <ac:spMk id="21" creationId="{560AF7BD-B6F2-F735-B891-FD7442F83E4B}"/>
          </ac:spMkLst>
        </pc:spChg>
        <pc:spChg chg="add del mod">
          <ac:chgData name="SHIVAM PRAJAPATI" userId="5c55b7a0eac772f0" providerId="LiveId" clId="{F3A8FF1A-E23E-4B65-8114-5EBD5EB262AB}" dt="2025-05-02T15:17:20.908" v="246" actId="21"/>
          <ac:spMkLst>
            <pc:docMk/>
            <pc:sldMk cId="2911269246" sldId="342"/>
            <ac:spMk id="23" creationId="{EC3473A4-4E06-5DD3-578E-DC42AD0E6D67}"/>
          </ac:spMkLst>
        </pc:spChg>
        <pc:spChg chg="add del mod">
          <ac:chgData name="SHIVAM PRAJAPATI" userId="5c55b7a0eac772f0" providerId="LiveId" clId="{F3A8FF1A-E23E-4B65-8114-5EBD5EB262AB}" dt="2025-05-02T15:18:56.188" v="265" actId="12084"/>
          <ac:spMkLst>
            <pc:docMk/>
            <pc:sldMk cId="2911269246" sldId="342"/>
            <ac:spMk id="25" creationId="{8BFEFCD2-D581-EC54-517C-D7A73F489194}"/>
          </ac:spMkLst>
        </pc:spChg>
        <pc:graphicFrameChg chg="add mod">
          <ac:chgData name="SHIVAM PRAJAPATI" userId="5c55b7a0eac772f0" providerId="LiveId" clId="{F3A8FF1A-E23E-4B65-8114-5EBD5EB262AB}" dt="2025-05-02T15:23:48.567" v="272" actId="1076"/>
          <ac:graphicFrameMkLst>
            <pc:docMk/>
            <pc:sldMk cId="2911269246" sldId="342"/>
            <ac:graphicFrameMk id="26" creationId="{62C4F268-9967-9FF9-C3B4-8AE3A789ED10}"/>
          </ac:graphicFrameMkLst>
        </pc:graphicFrameChg>
      </pc:sldChg>
      <pc:sldChg chg="addSp delSp modSp new mod">
        <pc:chgData name="SHIVAM PRAJAPATI" userId="5c55b7a0eac772f0" providerId="LiveId" clId="{F3A8FF1A-E23E-4B65-8114-5EBD5EB262AB}" dt="2025-05-02T16:02:22.944" v="499" actId="1076"/>
        <pc:sldMkLst>
          <pc:docMk/>
          <pc:sldMk cId="2746278946" sldId="343"/>
        </pc:sldMkLst>
        <pc:spChg chg="del">
          <ac:chgData name="SHIVAM PRAJAPATI" userId="5c55b7a0eac772f0" providerId="LiveId" clId="{F3A8FF1A-E23E-4B65-8114-5EBD5EB262AB}" dt="2025-05-02T15:52:11.538" v="374" actId="21"/>
          <ac:spMkLst>
            <pc:docMk/>
            <pc:sldMk cId="2746278946" sldId="343"/>
            <ac:spMk id="2" creationId="{AAB61AFA-A625-12BD-D710-734264F45EF4}"/>
          </ac:spMkLst>
        </pc:spChg>
        <pc:spChg chg="del">
          <ac:chgData name="SHIVAM PRAJAPATI" userId="5c55b7a0eac772f0" providerId="LiveId" clId="{F3A8FF1A-E23E-4B65-8114-5EBD5EB262AB}" dt="2025-05-02T15:52:13.640" v="375" actId="21"/>
          <ac:spMkLst>
            <pc:docMk/>
            <pc:sldMk cId="2746278946" sldId="343"/>
            <ac:spMk id="3" creationId="{C1E00146-502E-7FA1-D1D6-1795937A71D5}"/>
          </ac:spMkLst>
        </pc:spChg>
        <pc:spChg chg="add del mod">
          <ac:chgData name="SHIVAM PRAJAPATI" userId="5c55b7a0eac772f0" providerId="LiveId" clId="{F3A8FF1A-E23E-4B65-8114-5EBD5EB262AB}" dt="2025-05-02T15:53:50.917" v="420" actId="21"/>
          <ac:spMkLst>
            <pc:docMk/>
            <pc:sldMk cId="2746278946" sldId="343"/>
            <ac:spMk id="5" creationId="{69AF6898-1D5C-811E-666D-A7EE5B210A70}"/>
          </ac:spMkLst>
        </pc:spChg>
        <pc:spChg chg="add mod">
          <ac:chgData name="SHIVAM PRAJAPATI" userId="5c55b7a0eac772f0" providerId="LiveId" clId="{F3A8FF1A-E23E-4B65-8114-5EBD5EB262AB}" dt="2025-05-02T15:57:40.866" v="433" actId="1076"/>
          <ac:spMkLst>
            <pc:docMk/>
            <pc:sldMk cId="2746278946" sldId="343"/>
            <ac:spMk id="7" creationId="{7BBF0DE7-A085-D08D-EF15-AF5584109B5D}"/>
          </ac:spMkLst>
        </pc:spChg>
        <pc:spChg chg="add del">
          <ac:chgData name="SHIVAM PRAJAPATI" userId="5c55b7a0eac772f0" providerId="LiveId" clId="{F3A8FF1A-E23E-4B65-8114-5EBD5EB262AB}" dt="2025-05-02T15:54:41.377" v="423" actId="22"/>
          <ac:spMkLst>
            <pc:docMk/>
            <pc:sldMk cId="2746278946" sldId="343"/>
            <ac:spMk id="9" creationId="{C37FB9F9-A04A-E9C9-D40A-2FF3E34E45CF}"/>
          </ac:spMkLst>
        </pc:spChg>
        <pc:spChg chg="add del mod">
          <ac:chgData name="SHIVAM PRAJAPATI" userId="5c55b7a0eac772f0" providerId="LiveId" clId="{F3A8FF1A-E23E-4B65-8114-5EBD5EB262AB}" dt="2025-05-02T15:56:54.425" v="428" actId="21"/>
          <ac:spMkLst>
            <pc:docMk/>
            <pc:sldMk cId="2746278946" sldId="343"/>
            <ac:spMk id="10" creationId="{73FA187A-0605-E56C-0584-5DBF1C7EC9DC}"/>
          </ac:spMkLst>
        </pc:spChg>
        <pc:spChg chg="add mod">
          <ac:chgData name="SHIVAM PRAJAPATI" userId="5c55b7a0eac772f0" providerId="LiveId" clId="{F3A8FF1A-E23E-4B65-8114-5EBD5EB262AB}" dt="2025-05-02T16:02:22.944" v="499" actId="1076"/>
          <ac:spMkLst>
            <pc:docMk/>
            <pc:sldMk cId="2746278946" sldId="343"/>
            <ac:spMk id="13" creationId="{DCBA58EE-AB48-1558-2314-946C57053453}"/>
          </ac:spMkLst>
        </pc:spChg>
        <pc:spChg chg="add mod">
          <ac:chgData name="SHIVAM PRAJAPATI" userId="5c55b7a0eac772f0" providerId="LiveId" clId="{F3A8FF1A-E23E-4B65-8114-5EBD5EB262AB}" dt="2025-05-02T15:58:03.712" v="435"/>
          <ac:spMkLst>
            <pc:docMk/>
            <pc:sldMk cId="2746278946" sldId="343"/>
            <ac:spMk id="14" creationId="{73FA187A-0605-E56C-0584-5DBF1C7EC9DC}"/>
          </ac:spMkLst>
        </pc:spChg>
        <pc:cxnChg chg="add mod">
          <ac:chgData name="SHIVAM PRAJAPATI" userId="5c55b7a0eac772f0" providerId="LiveId" clId="{F3A8FF1A-E23E-4B65-8114-5EBD5EB262AB}" dt="2025-05-02T15:57:31.191" v="432" actId="1076"/>
          <ac:cxnSpMkLst>
            <pc:docMk/>
            <pc:sldMk cId="2746278946" sldId="343"/>
            <ac:cxnSpMk id="12" creationId="{E04CDA60-A364-2DF3-357A-9DEA6996E4A8}"/>
          </ac:cxnSpMkLst>
        </pc:cxnChg>
      </pc:sldChg>
      <pc:sldChg chg="modSp new mod">
        <pc:chgData name="SHIVAM PRAJAPATI" userId="5c55b7a0eac772f0" providerId="LiveId" clId="{F3A8FF1A-E23E-4B65-8114-5EBD5EB262AB}" dt="2025-05-02T16:24:06.628" v="570" actId="1076"/>
        <pc:sldMkLst>
          <pc:docMk/>
          <pc:sldMk cId="2888425034" sldId="344"/>
        </pc:sldMkLst>
        <pc:spChg chg="mod">
          <ac:chgData name="SHIVAM PRAJAPATI" userId="5c55b7a0eac772f0" providerId="LiveId" clId="{F3A8FF1A-E23E-4B65-8114-5EBD5EB262AB}" dt="2025-05-02T16:24:06.628" v="570" actId="1076"/>
          <ac:spMkLst>
            <pc:docMk/>
            <pc:sldMk cId="2888425034" sldId="344"/>
            <ac:spMk id="2" creationId="{F076F02D-55B7-AF37-0D88-9E2A94D9D5D6}"/>
          </ac:spMkLst>
        </pc:spChg>
        <pc:spChg chg="mod">
          <ac:chgData name="SHIVAM PRAJAPATI" userId="5c55b7a0eac772f0" providerId="LiveId" clId="{F3A8FF1A-E23E-4B65-8114-5EBD5EB262AB}" dt="2025-05-02T16:23:59.589" v="569" actId="1076"/>
          <ac:spMkLst>
            <pc:docMk/>
            <pc:sldMk cId="2888425034" sldId="344"/>
            <ac:spMk id="3" creationId="{0CB39C1E-AFC4-47AD-E649-EE725381AF3C}"/>
          </ac:spMkLst>
        </pc:spChg>
      </pc:sldChg>
    </pc:docChg>
  </pc:docChgLst>
  <pc:docChgLst>
    <pc:chgData name="SHIVAM PRAJAPATI" userId="5c55b7a0eac772f0" providerId="LiveId" clId="{08054454-2B71-462C-AD2E-2F84F04998FB}"/>
    <pc:docChg chg="undo redo custSel addSld delSld modSld modMainMaster">
      <pc:chgData name="SHIVAM PRAJAPATI" userId="5c55b7a0eac772f0" providerId="LiveId" clId="{08054454-2B71-462C-AD2E-2F84F04998FB}" dt="2025-07-16T08:30:41.477" v="181" actId="2696"/>
      <pc:docMkLst>
        <pc:docMk/>
      </pc:docMkLst>
      <pc:sldChg chg="setBg">
        <pc:chgData name="SHIVAM PRAJAPATI" userId="5c55b7a0eac772f0" providerId="LiveId" clId="{08054454-2B71-462C-AD2E-2F84F04998FB}" dt="2025-07-16T08:30:27.429" v="175"/>
        <pc:sldMkLst>
          <pc:docMk/>
          <pc:sldMk cId="703580386" sldId="256"/>
        </pc:sldMkLst>
      </pc:sldChg>
      <pc:sldChg chg="modSp">
        <pc:chgData name="SHIVAM PRAJAPATI" userId="5c55b7a0eac772f0" providerId="LiveId" clId="{08054454-2B71-462C-AD2E-2F84F04998FB}" dt="2025-07-16T08:30:35.865" v="179"/>
        <pc:sldMkLst>
          <pc:docMk/>
          <pc:sldMk cId="1590342866" sldId="330"/>
        </pc:sldMkLst>
        <pc:spChg chg="mod">
          <ac:chgData name="SHIVAM PRAJAPATI" userId="5c55b7a0eac772f0" providerId="LiveId" clId="{08054454-2B71-462C-AD2E-2F84F04998FB}" dt="2025-07-16T08:30:35.865" v="179"/>
          <ac:spMkLst>
            <pc:docMk/>
            <pc:sldMk cId="1590342866" sldId="330"/>
            <ac:spMk id="2" creationId="{BFB49352-2AB0-4ADD-96B9-AB0FAECB557C}"/>
          </ac:spMkLst>
        </pc:spChg>
      </pc:sldChg>
      <pc:sldChg chg="modSp">
        <pc:chgData name="SHIVAM PRAJAPATI" userId="5c55b7a0eac772f0" providerId="LiveId" clId="{08054454-2B71-462C-AD2E-2F84F04998FB}" dt="2025-07-16T08:25:32.679" v="1" actId="27636"/>
        <pc:sldMkLst>
          <pc:docMk/>
          <pc:sldMk cId="2262191475" sldId="339"/>
        </pc:sldMkLst>
        <pc:spChg chg="mod">
          <ac:chgData name="SHIVAM PRAJAPATI" userId="5c55b7a0eac772f0" providerId="LiveId" clId="{08054454-2B71-462C-AD2E-2F84F04998FB}" dt="2025-07-16T08:25:32.679" v="1" actId="27636"/>
          <ac:spMkLst>
            <pc:docMk/>
            <pc:sldMk cId="2262191475" sldId="339"/>
            <ac:spMk id="2" creationId="{CE5D5648-EC4F-4D61-9453-4E038C0332BD}"/>
          </ac:spMkLst>
        </pc:spChg>
      </pc:sldChg>
      <pc:sldChg chg="modSp">
        <pc:chgData name="SHIVAM PRAJAPATI" userId="5c55b7a0eac772f0" providerId="LiveId" clId="{08054454-2B71-462C-AD2E-2F84F04998FB}" dt="2025-07-16T08:30:35.865" v="179"/>
        <pc:sldMkLst>
          <pc:docMk/>
          <pc:sldMk cId="867604313" sldId="340"/>
        </pc:sldMkLst>
        <pc:spChg chg="mod">
          <ac:chgData name="SHIVAM PRAJAPATI" userId="5c55b7a0eac772f0" providerId="LiveId" clId="{08054454-2B71-462C-AD2E-2F84F04998FB}" dt="2025-07-16T08:30:35.865" v="179"/>
          <ac:spMkLst>
            <pc:docMk/>
            <pc:sldMk cId="867604313" sldId="340"/>
            <ac:spMk id="2" creationId="{39B191B0-6EB1-465F-8485-17B0C7B5E4D2}"/>
          </ac:spMkLst>
        </pc:spChg>
      </pc:sldChg>
      <pc:sldChg chg="setBg">
        <pc:chgData name="SHIVAM PRAJAPATI" userId="5c55b7a0eac772f0" providerId="LiveId" clId="{08054454-2B71-462C-AD2E-2F84F04998FB}" dt="2025-07-16T08:27:51.537" v="109"/>
        <pc:sldMkLst>
          <pc:docMk/>
          <pc:sldMk cId="2746278946" sldId="343"/>
        </pc:sldMkLst>
      </pc:sldChg>
      <pc:sldChg chg="addSp delSp modSp add del setBg">
        <pc:chgData name="SHIVAM PRAJAPATI" userId="5c55b7a0eac772f0" providerId="LiveId" clId="{08054454-2B71-462C-AD2E-2F84F04998FB}" dt="2025-07-16T08:30:41.477" v="181" actId="2696"/>
        <pc:sldMkLst>
          <pc:docMk/>
          <pc:sldMk cId="3708497503" sldId="345"/>
        </pc:sldMkLst>
        <pc:spChg chg="add del mod">
          <ac:chgData name="SHIVAM PRAJAPATI" userId="5c55b7a0eac772f0" providerId="LiveId" clId="{08054454-2B71-462C-AD2E-2F84F04998FB}" dt="2025-07-16T08:28:47.928" v="112"/>
          <ac:spMkLst>
            <pc:docMk/>
            <pc:sldMk cId="3708497503" sldId="345"/>
            <ac:spMk id="2" creationId="{34BA3EFB-B042-40CB-B0E3-02EF4C77C917}"/>
          </ac:spMkLst>
        </pc:spChg>
        <pc:spChg chg="add del mod">
          <ac:chgData name="SHIVAM PRAJAPATI" userId="5c55b7a0eac772f0" providerId="LiveId" clId="{08054454-2B71-462C-AD2E-2F84F04998FB}" dt="2025-07-16T08:28:47.928" v="112"/>
          <ac:spMkLst>
            <pc:docMk/>
            <pc:sldMk cId="3708497503" sldId="345"/>
            <ac:spMk id="3" creationId="{D5264254-341B-49AD-962B-4727866E9D8C}"/>
          </ac:spMkLst>
        </pc:spChg>
      </pc:sldChg>
      <pc:sldMasterChg chg="setBg modSldLayout">
        <pc:chgData name="SHIVAM PRAJAPATI" userId="5c55b7a0eac772f0" providerId="LiveId" clId="{08054454-2B71-462C-AD2E-2F84F04998FB}" dt="2025-07-16T08:27:51.537" v="109"/>
        <pc:sldMasterMkLst>
          <pc:docMk/>
          <pc:sldMasterMk cId="2426661655" sldId="2147483706"/>
        </pc:sldMasterMkLst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582905941" sldId="2147483700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055896406" sldId="2147483707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1056973395" sldId="2147483708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1300950652" sldId="2147483709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481541505" sldId="2147483710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134894207" sldId="2147483711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61385760" sldId="2147483712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2669270240" sldId="2147483713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702142416" sldId="2147483714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107676013" sldId="2147483715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1485701062" sldId="2147483716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161294026" sldId="2147483717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2002283104" sldId="2147483718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477645178" sldId="2147483719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196774375" sldId="2147483720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1830929227" sldId="2147483721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920280615" sldId="2147483722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3139656403" sldId="2147483723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264333420" sldId="2147483724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855918153" sldId="2147483725"/>
          </pc:sldLayoutMkLst>
        </pc:sldLayoutChg>
        <pc:sldLayoutChg chg="setBg">
          <pc:chgData name="SHIVAM PRAJAPATI" userId="5c55b7a0eac772f0" providerId="LiveId" clId="{08054454-2B71-462C-AD2E-2F84F04998FB}" dt="2025-07-16T08:27:51.537" v="109"/>
          <pc:sldLayoutMkLst>
            <pc:docMk/>
            <pc:sldMasterMk cId="2426661655" sldId="2147483706"/>
            <pc:sldLayoutMk cId="164588615" sldId="2147483726"/>
          </pc:sldLayoutMkLst>
        </pc:sldLayoutChg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image" Target="../media/image4.jp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image" Target="../media/image4.jp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7F29F4-2724-4F66-A41A-9559DE25517A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6991770-3310-482E-9F7B-054E3AF7A349}">
      <dgm:prSet/>
      <dgm:spPr/>
      <dgm:t>
        <a:bodyPr/>
        <a:lstStyle/>
        <a:p>
          <a:r>
            <a:rPr lang="en-IN" dirty="0"/>
            <a:t>Definition of cloud computing (pay-per-use services: SaaS, PaaS, IaaS).</a:t>
          </a:r>
        </a:p>
      </dgm:t>
    </dgm:pt>
    <dgm:pt modelId="{07652660-EF0A-4EA4-BAF2-3D62A8B85833}" type="parTrans" cxnId="{EF79FD16-1FA3-4B5F-B7D0-3CD597FA85F5}">
      <dgm:prSet/>
      <dgm:spPr/>
      <dgm:t>
        <a:bodyPr/>
        <a:lstStyle/>
        <a:p>
          <a:endParaRPr lang="en-IN"/>
        </a:p>
      </dgm:t>
    </dgm:pt>
    <dgm:pt modelId="{B5A29C45-79E0-4316-8D07-A4B2B6AEA6F4}" type="sibTrans" cxnId="{EF79FD16-1FA3-4B5F-B7D0-3CD597FA85F5}">
      <dgm:prSet/>
      <dgm:spPr/>
      <dgm:t>
        <a:bodyPr/>
        <a:lstStyle/>
        <a:p>
          <a:endParaRPr lang="en-IN"/>
        </a:p>
      </dgm:t>
    </dgm:pt>
    <dgm:pt modelId="{EF94B43D-9D24-4BB8-9901-76D5C960870D}">
      <dgm:prSet/>
      <dgm:spPr/>
      <dgm:t>
        <a:bodyPr/>
        <a:lstStyle/>
        <a:p>
          <a:r>
            <a:rPr lang="en-IN" dirty="0"/>
            <a:t>Cloud forensics: A branch of digital forensics for investigating cloud environments.</a:t>
          </a:r>
        </a:p>
      </dgm:t>
    </dgm:pt>
    <dgm:pt modelId="{971EAE9E-664E-4B7B-BE59-7198E74BC3E2}" type="parTrans" cxnId="{93896C7C-0BC1-496E-A277-F9758911176C}">
      <dgm:prSet/>
      <dgm:spPr/>
      <dgm:t>
        <a:bodyPr/>
        <a:lstStyle/>
        <a:p>
          <a:endParaRPr lang="en-IN"/>
        </a:p>
      </dgm:t>
    </dgm:pt>
    <dgm:pt modelId="{5967E8EF-5C27-4036-9C2B-6B9BD2882559}" type="sibTrans" cxnId="{93896C7C-0BC1-496E-A277-F9758911176C}">
      <dgm:prSet/>
      <dgm:spPr/>
      <dgm:t>
        <a:bodyPr/>
        <a:lstStyle/>
        <a:p>
          <a:endParaRPr lang="en-IN"/>
        </a:p>
      </dgm:t>
    </dgm:pt>
    <dgm:pt modelId="{5BAEF30A-C630-4498-9553-4458ABFDFF00}">
      <dgm:prSet/>
      <dgm:spPr/>
      <dgm:t>
        <a:bodyPr/>
        <a:lstStyle/>
        <a:p>
          <a:r>
            <a:rPr lang="en-IN"/>
            <a:t>Importance: Addressing cybercrimes, security incidents, and legal matters in distributed cloud data.</a:t>
          </a:r>
        </a:p>
      </dgm:t>
    </dgm:pt>
    <dgm:pt modelId="{0BC98A3C-024C-4FFE-8BF1-4DC69D6006F9}" type="parTrans" cxnId="{891F0B85-B88A-4ACF-9963-A7F676FEAE18}">
      <dgm:prSet/>
      <dgm:spPr/>
      <dgm:t>
        <a:bodyPr/>
        <a:lstStyle/>
        <a:p>
          <a:endParaRPr lang="en-IN"/>
        </a:p>
      </dgm:t>
    </dgm:pt>
    <dgm:pt modelId="{E85E4687-1013-48FE-8952-073E22F1028F}" type="sibTrans" cxnId="{891F0B85-B88A-4ACF-9963-A7F676FEAE18}">
      <dgm:prSet/>
      <dgm:spPr/>
      <dgm:t>
        <a:bodyPr/>
        <a:lstStyle/>
        <a:p>
          <a:endParaRPr lang="en-IN"/>
        </a:p>
      </dgm:t>
    </dgm:pt>
    <dgm:pt modelId="{2861E5F7-C19C-49D1-BDCA-65C886FEE841}" type="pres">
      <dgm:prSet presAssocID="{717F29F4-2724-4F66-A41A-9559DE25517A}" presName="compositeShape" presStyleCnt="0">
        <dgm:presLayoutVars>
          <dgm:dir/>
          <dgm:resizeHandles/>
        </dgm:presLayoutVars>
      </dgm:prSet>
      <dgm:spPr/>
    </dgm:pt>
    <dgm:pt modelId="{F73CFF23-5639-4583-B297-AE05FC3A6617}" type="pres">
      <dgm:prSet presAssocID="{717F29F4-2724-4F66-A41A-9559DE25517A}" presName="pyramid" presStyleLbl="node1" presStyleIdx="0" presStyleCnt="1"/>
      <dgm:spPr/>
    </dgm:pt>
    <dgm:pt modelId="{2B7C9DF6-0A3D-43F8-B57C-6916DAC2B85C}" type="pres">
      <dgm:prSet presAssocID="{717F29F4-2724-4F66-A41A-9559DE25517A}" presName="theList" presStyleCnt="0"/>
      <dgm:spPr/>
    </dgm:pt>
    <dgm:pt modelId="{C232BFBD-0167-4D76-B727-6AE247B451BC}" type="pres">
      <dgm:prSet presAssocID="{36991770-3310-482E-9F7B-054E3AF7A349}" presName="aNode" presStyleLbl="fgAcc1" presStyleIdx="0" presStyleCnt="3">
        <dgm:presLayoutVars>
          <dgm:bulletEnabled val="1"/>
        </dgm:presLayoutVars>
      </dgm:prSet>
      <dgm:spPr/>
    </dgm:pt>
    <dgm:pt modelId="{F061B124-D9EE-407F-9AA7-D76AA1AD2DF7}" type="pres">
      <dgm:prSet presAssocID="{36991770-3310-482E-9F7B-054E3AF7A349}" presName="aSpace" presStyleCnt="0"/>
      <dgm:spPr/>
    </dgm:pt>
    <dgm:pt modelId="{8478AF18-3117-4747-8751-0060CF1A79E4}" type="pres">
      <dgm:prSet presAssocID="{EF94B43D-9D24-4BB8-9901-76D5C960870D}" presName="aNode" presStyleLbl="fgAcc1" presStyleIdx="1" presStyleCnt="3">
        <dgm:presLayoutVars>
          <dgm:bulletEnabled val="1"/>
        </dgm:presLayoutVars>
      </dgm:prSet>
      <dgm:spPr/>
    </dgm:pt>
    <dgm:pt modelId="{37D4D8BE-CAD4-4426-9B47-B533FA99D619}" type="pres">
      <dgm:prSet presAssocID="{EF94B43D-9D24-4BB8-9901-76D5C960870D}" presName="aSpace" presStyleCnt="0"/>
      <dgm:spPr/>
    </dgm:pt>
    <dgm:pt modelId="{BC01C7BB-1E0F-4D35-8CDD-C413CE7FCF2F}" type="pres">
      <dgm:prSet presAssocID="{5BAEF30A-C630-4498-9553-4458ABFDFF00}" presName="aNode" presStyleLbl="fgAcc1" presStyleIdx="2" presStyleCnt="3">
        <dgm:presLayoutVars>
          <dgm:bulletEnabled val="1"/>
        </dgm:presLayoutVars>
      </dgm:prSet>
      <dgm:spPr/>
    </dgm:pt>
    <dgm:pt modelId="{9AD5B9D0-01C6-4F70-A780-ED6B1BAC84D5}" type="pres">
      <dgm:prSet presAssocID="{5BAEF30A-C630-4498-9553-4458ABFDFF00}" presName="aSpace" presStyleCnt="0"/>
      <dgm:spPr/>
    </dgm:pt>
  </dgm:ptLst>
  <dgm:cxnLst>
    <dgm:cxn modelId="{2BDBD70D-8C6D-4488-B2B7-B7F8006530F7}" type="presOf" srcId="{36991770-3310-482E-9F7B-054E3AF7A349}" destId="{C232BFBD-0167-4D76-B727-6AE247B451BC}" srcOrd="0" destOrd="0" presId="urn:microsoft.com/office/officeart/2005/8/layout/pyramid2"/>
    <dgm:cxn modelId="{EF79FD16-1FA3-4B5F-B7D0-3CD597FA85F5}" srcId="{717F29F4-2724-4F66-A41A-9559DE25517A}" destId="{36991770-3310-482E-9F7B-054E3AF7A349}" srcOrd="0" destOrd="0" parTransId="{07652660-EF0A-4EA4-BAF2-3D62A8B85833}" sibTransId="{B5A29C45-79E0-4316-8D07-A4B2B6AEA6F4}"/>
    <dgm:cxn modelId="{3BDE7D1E-2752-4DA3-A3A1-8A3D6926E079}" type="presOf" srcId="{717F29F4-2724-4F66-A41A-9559DE25517A}" destId="{2861E5F7-C19C-49D1-BDCA-65C886FEE841}" srcOrd="0" destOrd="0" presId="urn:microsoft.com/office/officeart/2005/8/layout/pyramid2"/>
    <dgm:cxn modelId="{09B24B1F-9D8B-4C4C-8F28-5CC3C43EA362}" type="presOf" srcId="{EF94B43D-9D24-4BB8-9901-76D5C960870D}" destId="{8478AF18-3117-4747-8751-0060CF1A79E4}" srcOrd="0" destOrd="0" presId="urn:microsoft.com/office/officeart/2005/8/layout/pyramid2"/>
    <dgm:cxn modelId="{CB6DCE31-4CBD-4976-B554-0476C118F526}" type="presOf" srcId="{5BAEF30A-C630-4498-9553-4458ABFDFF00}" destId="{BC01C7BB-1E0F-4D35-8CDD-C413CE7FCF2F}" srcOrd="0" destOrd="0" presId="urn:microsoft.com/office/officeart/2005/8/layout/pyramid2"/>
    <dgm:cxn modelId="{93896C7C-0BC1-496E-A277-F9758911176C}" srcId="{717F29F4-2724-4F66-A41A-9559DE25517A}" destId="{EF94B43D-9D24-4BB8-9901-76D5C960870D}" srcOrd="1" destOrd="0" parTransId="{971EAE9E-664E-4B7B-BE59-7198E74BC3E2}" sibTransId="{5967E8EF-5C27-4036-9C2B-6B9BD2882559}"/>
    <dgm:cxn modelId="{891F0B85-B88A-4ACF-9963-A7F676FEAE18}" srcId="{717F29F4-2724-4F66-A41A-9559DE25517A}" destId="{5BAEF30A-C630-4498-9553-4458ABFDFF00}" srcOrd="2" destOrd="0" parTransId="{0BC98A3C-024C-4FFE-8BF1-4DC69D6006F9}" sibTransId="{E85E4687-1013-48FE-8952-073E22F1028F}"/>
    <dgm:cxn modelId="{691FAFFB-FABB-4A7E-9005-69F10BBFBD40}" type="presParOf" srcId="{2861E5F7-C19C-49D1-BDCA-65C886FEE841}" destId="{F73CFF23-5639-4583-B297-AE05FC3A6617}" srcOrd="0" destOrd="0" presId="urn:microsoft.com/office/officeart/2005/8/layout/pyramid2"/>
    <dgm:cxn modelId="{E5D1E723-D57F-4D51-9A09-933766335EC3}" type="presParOf" srcId="{2861E5F7-C19C-49D1-BDCA-65C886FEE841}" destId="{2B7C9DF6-0A3D-43F8-B57C-6916DAC2B85C}" srcOrd="1" destOrd="0" presId="urn:microsoft.com/office/officeart/2005/8/layout/pyramid2"/>
    <dgm:cxn modelId="{4E2B74A5-B24D-486C-A962-405C37B35E60}" type="presParOf" srcId="{2B7C9DF6-0A3D-43F8-B57C-6916DAC2B85C}" destId="{C232BFBD-0167-4D76-B727-6AE247B451BC}" srcOrd="0" destOrd="0" presId="urn:microsoft.com/office/officeart/2005/8/layout/pyramid2"/>
    <dgm:cxn modelId="{BF9EAD11-D5D8-4599-B8CC-B1835EB2A2FE}" type="presParOf" srcId="{2B7C9DF6-0A3D-43F8-B57C-6916DAC2B85C}" destId="{F061B124-D9EE-407F-9AA7-D76AA1AD2DF7}" srcOrd="1" destOrd="0" presId="urn:microsoft.com/office/officeart/2005/8/layout/pyramid2"/>
    <dgm:cxn modelId="{2C9C2D51-5747-43E9-A346-1B656BFD9E8E}" type="presParOf" srcId="{2B7C9DF6-0A3D-43F8-B57C-6916DAC2B85C}" destId="{8478AF18-3117-4747-8751-0060CF1A79E4}" srcOrd="2" destOrd="0" presId="urn:microsoft.com/office/officeart/2005/8/layout/pyramid2"/>
    <dgm:cxn modelId="{651B3811-9D25-466C-AF0C-CDE109E64507}" type="presParOf" srcId="{2B7C9DF6-0A3D-43F8-B57C-6916DAC2B85C}" destId="{37D4D8BE-CAD4-4426-9B47-B533FA99D619}" srcOrd="3" destOrd="0" presId="urn:microsoft.com/office/officeart/2005/8/layout/pyramid2"/>
    <dgm:cxn modelId="{C3CD54E9-B471-43C0-A618-F665A948F78A}" type="presParOf" srcId="{2B7C9DF6-0A3D-43F8-B57C-6916DAC2B85C}" destId="{BC01C7BB-1E0F-4D35-8CDD-C413CE7FCF2F}" srcOrd="4" destOrd="0" presId="urn:microsoft.com/office/officeart/2005/8/layout/pyramid2"/>
    <dgm:cxn modelId="{E39322D2-BF4E-4F85-84E4-3CC0885915AA}" type="presParOf" srcId="{2B7C9DF6-0A3D-43F8-B57C-6916DAC2B85C}" destId="{9AD5B9D0-01C6-4F70-A780-ED6B1BAC84D5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19EBB0-103F-4067-A98D-6E4AB8BC945B}" type="doc">
      <dgm:prSet loTypeId="urn:microsoft.com/office/officeart/2005/8/layout/lProcess3" loCatId="process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5F49200-6C06-4C8C-B19C-7960403A55F3}">
      <dgm:prSet/>
      <dgm:spPr/>
      <dgm:t>
        <a:bodyPr/>
        <a:lstStyle/>
        <a:p>
          <a:r>
            <a:rPr lang="en-US" b="1"/>
            <a:t>Criminal Investigations:</a:t>
          </a:r>
          <a:r>
            <a:rPr lang="en-US"/>
            <a:t> Cybercrimes, data breaches, illegal content.</a:t>
          </a:r>
          <a:endParaRPr lang="en-IN"/>
        </a:p>
      </dgm:t>
    </dgm:pt>
    <dgm:pt modelId="{A0F87265-FD6F-4B7C-A6B1-B66679C31291}" type="parTrans" cxnId="{73CF0FCC-3314-428F-AE4C-9A65BD901A5D}">
      <dgm:prSet/>
      <dgm:spPr/>
      <dgm:t>
        <a:bodyPr/>
        <a:lstStyle/>
        <a:p>
          <a:endParaRPr lang="en-IN"/>
        </a:p>
      </dgm:t>
    </dgm:pt>
    <dgm:pt modelId="{13AB3C6C-37C3-462F-9805-95E73BF796F6}" type="sibTrans" cxnId="{73CF0FCC-3314-428F-AE4C-9A65BD901A5D}">
      <dgm:prSet/>
      <dgm:spPr/>
      <dgm:t>
        <a:bodyPr/>
        <a:lstStyle/>
        <a:p>
          <a:endParaRPr lang="en-IN"/>
        </a:p>
      </dgm:t>
    </dgm:pt>
    <dgm:pt modelId="{BAE78AB3-138A-4845-9AEA-AE023688173A}">
      <dgm:prSet/>
      <dgm:spPr/>
      <dgm:t>
        <a:bodyPr/>
        <a:lstStyle/>
        <a:p>
          <a:r>
            <a:rPr lang="en-US" b="1" dirty="0"/>
            <a:t>Corporate Security:</a:t>
          </a:r>
          <a:r>
            <a:rPr lang="en-US" dirty="0"/>
            <a:t> Insider threats, policy violations, breach analysis.</a:t>
          </a:r>
          <a:endParaRPr lang="en-IN" dirty="0"/>
        </a:p>
      </dgm:t>
    </dgm:pt>
    <dgm:pt modelId="{F9B3B79F-CBB1-47A9-98F0-3E1AEA033577}" type="parTrans" cxnId="{E98148E8-01B6-487B-A464-803EF384BE8C}">
      <dgm:prSet/>
      <dgm:spPr/>
      <dgm:t>
        <a:bodyPr/>
        <a:lstStyle/>
        <a:p>
          <a:endParaRPr lang="en-IN"/>
        </a:p>
      </dgm:t>
    </dgm:pt>
    <dgm:pt modelId="{AB985BA8-85CF-4A77-903E-5D7F7A8B45EC}" type="sibTrans" cxnId="{E98148E8-01B6-487B-A464-803EF384BE8C}">
      <dgm:prSet/>
      <dgm:spPr/>
      <dgm:t>
        <a:bodyPr/>
        <a:lstStyle/>
        <a:p>
          <a:endParaRPr lang="en-IN"/>
        </a:p>
      </dgm:t>
    </dgm:pt>
    <dgm:pt modelId="{F243C1EE-D1E8-47EA-9CEA-252CF6747092}">
      <dgm:prSet/>
      <dgm:spPr/>
      <dgm:t>
        <a:bodyPr/>
        <a:lstStyle/>
        <a:p>
          <a:r>
            <a:rPr lang="en-US" b="1"/>
            <a:t>Legal Discovery (e-Discovery):</a:t>
          </a:r>
          <a:r>
            <a:rPr lang="en-US"/>
            <a:t> Electronically stored information (ESI) for litigation.</a:t>
          </a:r>
          <a:endParaRPr lang="en-IN"/>
        </a:p>
      </dgm:t>
    </dgm:pt>
    <dgm:pt modelId="{ADAF7F61-8F0F-4678-9D4A-F7A1441E89C7}" type="parTrans" cxnId="{CC50B0D1-579F-4DD5-9D97-01D56959CFB0}">
      <dgm:prSet/>
      <dgm:spPr/>
      <dgm:t>
        <a:bodyPr/>
        <a:lstStyle/>
        <a:p>
          <a:endParaRPr lang="en-IN"/>
        </a:p>
      </dgm:t>
    </dgm:pt>
    <dgm:pt modelId="{B62134ED-5A00-420B-8A04-D33E1F313E50}" type="sibTrans" cxnId="{CC50B0D1-579F-4DD5-9D97-01D56959CFB0}">
      <dgm:prSet/>
      <dgm:spPr/>
      <dgm:t>
        <a:bodyPr/>
        <a:lstStyle/>
        <a:p>
          <a:endParaRPr lang="en-IN"/>
        </a:p>
      </dgm:t>
    </dgm:pt>
    <dgm:pt modelId="{52931394-D48F-4E73-89B3-AF04882F36CC}" type="pres">
      <dgm:prSet presAssocID="{1F19EBB0-103F-4067-A98D-6E4AB8BC945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5602EDDB-48B7-4424-AFC3-5AF45C5C5362}" type="pres">
      <dgm:prSet presAssocID="{55F49200-6C06-4C8C-B19C-7960403A55F3}" presName="horFlow" presStyleCnt="0"/>
      <dgm:spPr/>
    </dgm:pt>
    <dgm:pt modelId="{33B5623F-BF93-4E1B-8939-DDCB4B921F00}" type="pres">
      <dgm:prSet presAssocID="{55F49200-6C06-4C8C-B19C-7960403A55F3}" presName="bigChev" presStyleLbl="node1" presStyleIdx="0" presStyleCnt="3"/>
      <dgm:spPr/>
    </dgm:pt>
    <dgm:pt modelId="{AF31F6DC-8248-48F0-B419-2DEB40C925DF}" type="pres">
      <dgm:prSet presAssocID="{55F49200-6C06-4C8C-B19C-7960403A55F3}" presName="vSp" presStyleCnt="0"/>
      <dgm:spPr/>
    </dgm:pt>
    <dgm:pt modelId="{2331DAE4-1EB5-4FC7-BE19-1EA820E160F3}" type="pres">
      <dgm:prSet presAssocID="{BAE78AB3-138A-4845-9AEA-AE023688173A}" presName="horFlow" presStyleCnt="0"/>
      <dgm:spPr/>
    </dgm:pt>
    <dgm:pt modelId="{6FC62DED-89A3-4EEE-91A7-31A0F99EA7A7}" type="pres">
      <dgm:prSet presAssocID="{BAE78AB3-138A-4845-9AEA-AE023688173A}" presName="bigChev" presStyleLbl="node1" presStyleIdx="1" presStyleCnt="3" custLinFactX="4368" custLinFactNeighborX="100000" custLinFactNeighborY="0"/>
      <dgm:spPr/>
    </dgm:pt>
    <dgm:pt modelId="{41657A36-263B-4B18-89E0-EC2B0D781A34}" type="pres">
      <dgm:prSet presAssocID="{BAE78AB3-138A-4845-9AEA-AE023688173A}" presName="vSp" presStyleCnt="0"/>
      <dgm:spPr/>
    </dgm:pt>
    <dgm:pt modelId="{BBD519EF-EFF7-4776-AA9E-3E5206AB4468}" type="pres">
      <dgm:prSet presAssocID="{F243C1EE-D1E8-47EA-9CEA-252CF6747092}" presName="horFlow" presStyleCnt="0"/>
      <dgm:spPr/>
    </dgm:pt>
    <dgm:pt modelId="{F9E3D33B-838C-4D9C-93F5-0451D8BA748E}" type="pres">
      <dgm:prSet presAssocID="{F243C1EE-D1E8-47EA-9CEA-252CF6747092}" presName="bigChev" presStyleLbl="node1" presStyleIdx="2" presStyleCnt="3"/>
      <dgm:spPr/>
    </dgm:pt>
  </dgm:ptLst>
  <dgm:cxnLst>
    <dgm:cxn modelId="{CCB19634-739B-49E0-B39B-4BD51061D4A9}" type="presOf" srcId="{BAE78AB3-138A-4845-9AEA-AE023688173A}" destId="{6FC62DED-89A3-4EEE-91A7-31A0F99EA7A7}" srcOrd="0" destOrd="0" presId="urn:microsoft.com/office/officeart/2005/8/layout/lProcess3"/>
    <dgm:cxn modelId="{09AE6A35-1F74-4C96-AD17-0EFD21D355B3}" type="presOf" srcId="{F243C1EE-D1E8-47EA-9CEA-252CF6747092}" destId="{F9E3D33B-838C-4D9C-93F5-0451D8BA748E}" srcOrd="0" destOrd="0" presId="urn:microsoft.com/office/officeart/2005/8/layout/lProcess3"/>
    <dgm:cxn modelId="{76F0B896-4621-4C60-B915-D68EF8829D0F}" type="presOf" srcId="{55F49200-6C06-4C8C-B19C-7960403A55F3}" destId="{33B5623F-BF93-4E1B-8939-DDCB4B921F00}" srcOrd="0" destOrd="0" presId="urn:microsoft.com/office/officeart/2005/8/layout/lProcess3"/>
    <dgm:cxn modelId="{73CF0FCC-3314-428F-AE4C-9A65BD901A5D}" srcId="{1F19EBB0-103F-4067-A98D-6E4AB8BC945B}" destId="{55F49200-6C06-4C8C-B19C-7960403A55F3}" srcOrd="0" destOrd="0" parTransId="{A0F87265-FD6F-4B7C-A6B1-B66679C31291}" sibTransId="{13AB3C6C-37C3-462F-9805-95E73BF796F6}"/>
    <dgm:cxn modelId="{CC50B0D1-579F-4DD5-9D97-01D56959CFB0}" srcId="{1F19EBB0-103F-4067-A98D-6E4AB8BC945B}" destId="{F243C1EE-D1E8-47EA-9CEA-252CF6747092}" srcOrd="2" destOrd="0" parTransId="{ADAF7F61-8F0F-4678-9D4A-F7A1441E89C7}" sibTransId="{B62134ED-5A00-420B-8A04-D33E1F313E50}"/>
    <dgm:cxn modelId="{E98148E8-01B6-487B-A464-803EF384BE8C}" srcId="{1F19EBB0-103F-4067-A98D-6E4AB8BC945B}" destId="{BAE78AB3-138A-4845-9AEA-AE023688173A}" srcOrd="1" destOrd="0" parTransId="{F9B3B79F-CBB1-47A9-98F0-3E1AEA033577}" sibTransId="{AB985BA8-85CF-4A77-903E-5D7F7A8B45EC}"/>
    <dgm:cxn modelId="{194C51ED-CE36-4DC9-A580-291C7562B6F8}" type="presOf" srcId="{1F19EBB0-103F-4067-A98D-6E4AB8BC945B}" destId="{52931394-D48F-4E73-89B3-AF04882F36CC}" srcOrd="0" destOrd="0" presId="urn:microsoft.com/office/officeart/2005/8/layout/lProcess3"/>
    <dgm:cxn modelId="{FB9B488F-0AF4-48EE-BBDE-B718FE43686D}" type="presParOf" srcId="{52931394-D48F-4E73-89B3-AF04882F36CC}" destId="{5602EDDB-48B7-4424-AFC3-5AF45C5C5362}" srcOrd="0" destOrd="0" presId="urn:microsoft.com/office/officeart/2005/8/layout/lProcess3"/>
    <dgm:cxn modelId="{4E09DD9B-F179-4813-880A-02B694A0D2FF}" type="presParOf" srcId="{5602EDDB-48B7-4424-AFC3-5AF45C5C5362}" destId="{33B5623F-BF93-4E1B-8939-DDCB4B921F00}" srcOrd="0" destOrd="0" presId="urn:microsoft.com/office/officeart/2005/8/layout/lProcess3"/>
    <dgm:cxn modelId="{0F1AD030-3BED-4C5E-BE8E-01CD39FA101F}" type="presParOf" srcId="{52931394-D48F-4E73-89B3-AF04882F36CC}" destId="{AF31F6DC-8248-48F0-B419-2DEB40C925DF}" srcOrd="1" destOrd="0" presId="urn:microsoft.com/office/officeart/2005/8/layout/lProcess3"/>
    <dgm:cxn modelId="{F58E4D6F-AA6D-4AE3-A9DC-5E3DDEEAC095}" type="presParOf" srcId="{52931394-D48F-4E73-89B3-AF04882F36CC}" destId="{2331DAE4-1EB5-4FC7-BE19-1EA820E160F3}" srcOrd="2" destOrd="0" presId="urn:microsoft.com/office/officeart/2005/8/layout/lProcess3"/>
    <dgm:cxn modelId="{A9A73AC1-E6E1-4AC2-AA48-B66E3F180E9E}" type="presParOf" srcId="{2331DAE4-1EB5-4FC7-BE19-1EA820E160F3}" destId="{6FC62DED-89A3-4EEE-91A7-31A0F99EA7A7}" srcOrd="0" destOrd="0" presId="urn:microsoft.com/office/officeart/2005/8/layout/lProcess3"/>
    <dgm:cxn modelId="{1BF4DB6A-EEC7-4700-B06C-49349EDCB45D}" type="presParOf" srcId="{52931394-D48F-4E73-89B3-AF04882F36CC}" destId="{41657A36-263B-4B18-89E0-EC2B0D781A34}" srcOrd="3" destOrd="0" presId="urn:microsoft.com/office/officeart/2005/8/layout/lProcess3"/>
    <dgm:cxn modelId="{EFFAB6D5-74F5-4D1A-A2DD-B68BC2C32092}" type="presParOf" srcId="{52931394-D48F-4E73-89B3-AF04882F36CC}" destId="{BBD519EF-EFF7-4776-AA9E-3E5206AB4468}" srcOrd="4" destOrd="0" presId="urn:microsoft.com/office/officeart/2005/8/layout/lProcess3"/>
    <dgm:cxn modelId="{80F75D3D-6EB6-4F59-B5DF-A976796B3BC2}" type="presParOf" srcId="{BBD519EF-EFF7-4776-AA9E-3E5206AB4468}" destId="{F9E3D33B-838C-4D9C-93F5-0451D8BA748E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990831-F52B-4FAF-A1A8-99076AC48988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711B138-CBF1-4CBA-ACA5-8B6239785098}">
      <dgm:prSet/>
      <dgm:spPr/>
      <dgm:t>
        <a:bodyPr/>
        <a:lstStyle/>
        <a:p>
          <a:r>
            <a:rPr lang="en-IN" dirty="0"/>
            <a:t>Phases: Identification, preservation, collection, analysis, reporting.</a:t>
          </a:r>
        </a:p>
      </dgm:t>
    </dgm:pt>
    <dgm:pt modelId="{1CF93F57-4342-4939-8B41-60A2A7F0921E}" type="parTrans" cxnId="{576BDBD4-3194-4E40-9570-7E92548CCD5D}">
      <dgm:prSet/>
      <dgm:spPr/>
      <dgm:t>
        <a:bodyPr/>
        <a:lstStyle/>
        <a:p>
          <a:endParaRPr lang="en-IN"/>
        </a:p>
      </dgm:t>
    </dgm:pt>
    <dgm:pt modelId="{72F866C9-240D-43F3-8992-6CF776698820}" type="sibTrans" cxnId="{576BDBD4-3194-4E40-9570-7E92548CCD5D}">
      <dgm:prSet/>
      <dgm:spPr/>
      <dgm:t>
        <a:bodyPr/>
        <a:lstStyle/>
        <a:p>
          <a:endParaRPr lang="en-IN"/>
        </a:p>
      </dgm:t>
    </dgm:pt>
    <dgm:pt modelId="{2ECBDD74-29E9-4470-B120-336A77A5160C}">
      <dgm:prSet/>
      <dgm:spPr/>
      <dgm:t>
        <a:bodyPr/>
        <a:lstStyle/>
        <a:p>
          <a:r>
            <a:rPr lang="en-IN"/>
            <a:t>Model-specific approaches:</a:t>
          </a:r>
        </a:p>
      </dgm:t>
    </dgm:pt>
    <dgm:pt modelId="{3FE7EBAA-767B-4501-9F64-CADD4C5EDF0F}" type="parTrans" cxnId="{1D651B72-1403-4F94-BA6B-054809368CC6}">
      <dgm:prSet/>
      <dgm:spPr/>
      <dgm:t>
        <a:bodyPr/>
        <a:lstStyle/>
        <a:p>
          <a:endParaRPr lang="en-IN"/>
        </a:p>
      </dgm:t>
    </dgm:pt>
    <dgm:pt modelId="{31F39E95-262F-4393-AEFD-AFA5F008F01B}" type="sibTrans" cxnId="{1D651B72-1403-4F94-BA6B-054809368CC6}">
      <dgm:prSet/>
      <dgm:spPr/>
      <dgm:t>
        <a:bodyPr/>
        <a:lstStyle/>
        <a:p>
          <a:endParaRPr lang="en-IN"/>
        </a:p>
      </dgm:t>
    </dgm:pt>
    <dgm:pt modelId="{E9557273-7586-4FA3-9B93-A43753335E02}">
      <dgm:prSet/>
      <dgm:spPr/>
      <dgm:t>
        <a:bodyPr/>
        <a:lstStyle/>
        <a:p>
          <a:r>
            <a:rPr lang="en-IN"/>
            <a:t>SaaS: APIs for data/log access.</a:t>
          </a:r>
        </a:p>
      </dgm:t>
    </dgm:pt>
    <dgm:pt modelId="{183C7A3C-FA00-40E8-94F0-9B81B38FA5C9}" type="parTrans" cxnId="{54C112F3-16FC-45F1-9C8B-32F8D91B3C86}">
      <dgm:prSet/>
      <dgm:spPr/>
      <dgm:t>
        <a:bodyPr/>
        <a:lstStyle/>
        <a:p>
          <a:endParaRPr lang="en-IN"/>
        </a:p>
      </dgm:t>
    </dgm:pt>
    <dgm:pt modelId="{DB89EEC2-6529-41E0-8014-20034FFE150F}" type="sibTrans" cxnId="{54C112F3-16FC-45F1-9C8B-32F8D91B3C86}">
      <dgm:prSet/>
      <dgm:spPr/>
      <dgm:t>
        <a:bodyPr/>
        <a:lstStyle/>
        <a:p>
          <a:endParaRPr lang="en-IN"/>
        </a:p>
      </dgm:t>
    </dgm:pt>
    <dgm:pt modelId="{53E512E2-A48C-4257-B281-38DFAB3E8F95}">
      <dgm:prSet/>
      <dgm:spPr/>
      <dgm:t>
        <a:bodyPr/>
        <a:lstStyle/>
        <a:p>
          <a:r>
            <a:rPr lang="en-IN"/>
            <a:t>PaaS: Application logs via development interfaces.</a:t>
          </a:r>
        </a:p>
      </dgm:t>
    </dgm:pt>
    <dgm:pt modelId="{7205AEC3-BD07-4194-8F7A-AD70ADEBD5BF}" type="parTrans" cxnId="{1A6FA974-916E-4A59-9117-E5D0B3D92D94}">
      <dgm:prSet/>
      <dgm:spPr/>
      <dgm:t>
        <a:bodyPr/>
        <a:lstStyle/>
        <a:p>
          <a:endParaRPr lang="en-IN"/>
        </a:p>
      </dgm:t>
    </dgm:pt>
    <dgm:pt modelId="{36CCBDB8-3703-477E-8405-D908287E39F0}" type="sibTrans" cxnId="{1A6FA974-916E-4A59-9117-E5D0B3D92D94}">
      <dgm:prSet/>
      <dgm:spPr/>
      <dgm:t>
        <a:bodyPr/>
        <a:lstStyle/>
        <a:p>
          <a:endParaRPr lang="en-IN"/>
        </a:p>
      </dgm:t>
    </dgm:pt>
    <dgm:pt modelId="{83C076F0-98F1-4F19-A8D8-4217B7E6C30F}">
      <dgm:prSet/>
      <dgm:spPr/>
      <dgm:t>
        <a:bodyPr/>
        <a:lstStyle/>
        <a:p>
          <a:r>
            <a:rPr lang="en-IN"/>
            <a:t>IaaS: Virtual machine images, network logs.</a:t>
          </a:r>
        </a:p>
      </dgm:t>
    </dgm:pt>
    <dgm:pt modelId="{9D159775-4BC4-4E8C-AFDF-690898E3E53D}" type="parTrans" cxnId="{7B88BFBA-CABD-4244-A7F2-708F9D56BFDE}">
      <dgm:prSet/>
      <dgm:spPr/>
      <dgm:t>
        <a:bodyPr/>
        <a:lstStyle/>
        <a:p>
          <a:endParaRPr lang="en-IN"/>
        </a:p>
      </dgm:t>
    </dgm:pt>
    <dgm:pt modelId="{A2A3801C-D1C7-4C26-B7AB-E207FE2A09C6}" type="sibTrans" cxnId="{7B88BFBA-CABD-4244-A7F2-708F9D56BFDE}">
      <dgm:prSet/>
      <dgm:spPr/>
      <dgm:t>
        <a:bodyPr/>
        <a:lstStyle/>
        <a:p>
          <a:endParaRPr lang="en-IN"/>
        </a:p>
      </dgm:t>
    </dgm:pt>
    <dgm:pt modelId="{4F6BFF14-D1D5-4392-96B6-DD8267AF121C}" type="pres">
      <dgm:prSet presAssocID="{0B990831-F52B-4FAF-A1A8-99076AC48988}" presName="Name0" presStyleCnt="0">
        <dgm:presLayoutVars>
          <dgm:dir/>
          <dgm:resizeHandles val="exact"/>
        </dgm:presLayoutVars>
      </dgm:prSet>
      <dgm:spPr/>
    </dgm:pt>
    <dgm:pt modelId="{30CA0A3B-A124-4D66-8516-AF548053F5D0}" type="pres">
      <dgm:prSet presAssocID="{0B990831-F52B-4FAF-A1A8-99076AC48988}" presName="fgShape" presStyleLbl="fgShp" presStyleIdx="0" presStyleCnt="1"/>
      <dgm:spPr/>
    </dgm:pt>
    <dgm:pt modelId="{EE5BC3E4-B3D1-434F-BE83-6E74B5CE33A9}" type="pres">
      <dgm:prSet presAssocID="{0B990831-F52B-4FAF-A1A8-99076AC48988}" presName="linComp" presStyleCnt="0"/>
      <dgm:spPr/>
    </dgm:pt>
    <dgm:pt modelId="{1347F908-CFF4-467F-B549-1197495A2995}" type="pres">
      <dgm:prSet presAssocID="{B711B138-CBF1-4CBA-ACA5-8B6239785098}" presName="compNode" presStyleCnt="0"/>
      <dgm:spPr/>
    </dgm:pt>
    <dgm:pt modelId="{F38A2AC9-F888-4DA6-9D06-914C79F05AB1}" type="pres">
      <dgm:prSet presAssocID="{B711B138-CBF1-4CBA-ACA5-8B6239785098}" presName="bkgdShape" presStyleLbl="node1" presStyleIdx="0" presStyleCnt="2"/>
      <dgm:spPr/>
    </dgm:pt>
    <dgm:pt modelId="{5EF73238-ED4C-483B-BE4F-9172E1E3873E}" type="pres">
      <dgm:prSet presAssocID="{B711B138-CBF1-4CBA-ACA5-8B6239785098}" presName="nodeTx" presStyleLbl="node1" presStyleIdx="0" presStyleCnt="2">
        <dgm:presLayoutVars>
          <dgm:bulletEnabled val="1"/>
        </dgm:presLayoutVars>
      </dgm:prSet>
      <dgm:spPr/>
    </dgm:pt>
    <dgm:pt modelId="{4F201420-D8C6-468A-937B-CDC2AAE44664}" type="pres">
      <dgm:prSet presAssocID="{B711B138-CBF1-4CBA-ACA5-8B6239785098}" presName="invisiNode" presStyleLbl="node1" presStyleIdx="0" presStyleCnt="2"/>
      <dgm:spPr/>
    </dgm:pt>
    <dgm:pt modelId="{FACF6C2A-4621-4C43-8FDD-8F4D10CA5468}" type="pres">
      <dgm:prSet presAssocID="{B711B138-CBF1-4CBA-ACA5-8B6239785098}" presName="imagNode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7E10412B-0DDF-4894-BACE-BEDE43CF28EC}" type="pres">
      <dgm:prSet presAssocID="{72F866C9-240D-43F3-8992-6CF776698820}" presName="sibTrans" presStyleLbl="sibTrans2D1" presStyleIdx="0" presStyleCnt="0"/>
      <dgm:spPr/>
    </dgm:pt>
    <dgm:pt modelId="{F7BB752B-DC0F-4A9A-BEF1-37E2D421792F}" type="pres">
      <dgm:prSet presAssocID="{2ECBDD74-29E9-4470-B120-336A77A5160C}" presName="compNode" presStyleCnt="0"/>
      <dgm:spPr/>
    </dgm:pt>
    <dgm:pt modelId="{007BF057-FFC4-405A-A18F-808A77C1065E}" type="pres">
      <dgm:prSet presAssocID="{2ECBDD74-29E9-4470-B120-336A77A5160C}" presName="bkgdShape" presStyleLbl="node1" presStyleIdx="1" presStyleCnt="2"/>
      <dgm:spPr/>
    </dgm:pt>
    <dgm:pt modelId="{58E57B76-2921-4C76-867F-1BFCD7FB185B}" type="pres">
      <dgm:prSet presAssocID="{2ECBDD74-29E9-4470-B120-336A77A5160C}" presName="nodeTx" presStyleLbl="node1" presStyleIdx="1" presStyleCnt="2">
        <dgm:presLayoutVars>
          <dgm:bulletEnabled val="1"/>
        </dgm:presLayoutVars>
      </dgm:prSet>
      <dgm:spPr/>
    </dgm:pt>
    <dgm:pt modelId="{FC4B7A6F-2F51-4090-B83C-61728BD4CDAE}" type="pres">
      <dgm:prSet presAssocID="{2ECBDD74-29E9-4470-B120-336A77A5160C}" presName="invisiNode" presStyleLbl="node1" presStyleIdx="1" presStyleCnt="2"/>
      <dgm:spPr/>
    </dgm:pt>
    <dgm:pt modelId="{AC5EDC37-9C54-496B-A0E7-374510F45F92}" type="pres">
      <dgm:prSet presAssocID="{2ECBDD74-29E9-4470-B120-336A77A5160C}" presName="imagNode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00AD2311-D8B4-41FA-9466-66E0BE371DEF}" type="presOf" srcId="{E9557273-7586-4FA3-9B93-A43753335E02}" destId="{58E57B76-2921-4C76-867F-1BFCD7FB185B}" srcOrd="1" destOrd="1" presId="urn:microsoft.com/office/officeart/2005/8/layout/hList7"/>
    <dgm:cxn modelId="{DD75D119-B35E-453A-B41E-E67C1C5461CE}" type="presOf" srcId="{72F866C9-240D-43F3-8992-6CF776698820}" destId="{7E10412B-0DDF-4894-BACE-BEDE43CF28EC}" srcOrd="0" destOrd="0" presId="urn:microsoft.com/office/officeart/2005/8/layout/hList7"/>
    <dgm:cxn modelId="{20D0D81D-FC43-4E04-9FCB-73261A952700}" type="presOf" srcId="{2ECBDD74-29E9-4470-B120-336A77A5160C}" destId="{007BF057-FFC4-405A-A18F-808A77C1065E}" srcOrd="0" destOrd="0" presId="urn:microsoft.com/office/officeart/2005/8/layout/hList7"/>
    <dgm:cxn modelId="{BB878E1E-76FB-41BB-A626-74D5C2010BB6}" type="presOf" srcId="{83C076F0-98F1-4F19-A8D8-4217B7E6C30F}" destId="{007BF057-FFC4-405A-A18F-808A77C1065E}" srcOrd="0" destOrd="3" presId="urn:microsoft.com/office/officeart/2005/8/layout/hList7"/>
    <dgm:cxn modelId="{6EEB863E-1BEF-45CE-A537-EF0CDAD5CEFA}" type="presOf" srcId="{53E512E2-A48C-4257-B281-38DFAB3E8F95}" destId="{007BF057-FFC4-405A-A18F-808A77C1065E}" srcOrd="0" destOrd="2" presId="urn:microsoft.com/office/officeart/2005/8/layout/hList7"/>
    <dgm:cxn modelId="{C8B95C47-5BEA-4D94-935D-D64403EC85B8}" type="presOf" srcId="{B711B138-CBF1-4CBA-ACA5-8B6239785098}" destId="{5EF73238-ED4C-483B-BE4F-9172E1E3873E}" srcOrd="1" destOrd="0" presId="urn:microsoft.com/office/officeart/2005/8/layout/hList7"/>
    <dgm:cxn modelId="{DCF5F447-4D15-4251-81BE-AF268F50312E}" type="presOf" srcId="{0B990831-F52B-4FAF-A1A8-99076AC48988}" destId="{4F6BFF14-D1D5-4392-96B6-DD8267AF121C}" srcOrd="0" destOrd="0" presId="urn:microsoft.com/office/officeart/2005/8/layout/hList7"/>
    <dgm:cxn modelId="{1D651B72-1403-4F94-BA6B-054809368CC6}" srcId="{0B990831-F52B-4FAF-A1A8-99076AC48988}" destId="{2ECBDD74-29E9-4470-B120-336A77A5160C}" srcOrd="1" destOrd="0" parTransId="{3FE7EBAA-767B-4501-9F64-CADD4C5EDF0F}" sibTransId="{31F39E95-262F-4393-AEFD-AFA5F008F01B}"/>
    <dgm:cxn modelId="{1A6FA974-916E-4A59-9117-E5D0B3D92D94}" srcId="{2ECBDD74-29E9-4470-B120-336A77A5160C}" destId="{53E512E2-A48C-4257-B281-38DFAB3E8F95}" srcOrd="1" destOrd="0" parTransId="{7205AEC3-BD07-4194-8F7A-AD70ADEBD5BF}" sibTransId="{36CCBDB8-3703-477E-8405-D908287E39F0}"/>
    <dgm:cxn modelId="{6197D187-FAE6-4E38-A92D-8CA45B55A0E3}" type="presOf" srcId="{B711B138-CBF1-4CBA-ACA5-8B6239785098}" destId="{F38A2AC9-F888-4DA6-9D06-914C79F05AB1}" srcOrd="0" destOrd="0" presId="urn:microsoft.com/office/officeart/2005/8/layout/hList7"/>
    <dgm:cxn modelId="{B10DFD8F-66E5-4C90-9A49-C24D94FA5745}" type="presOf" srcId="{53E512E2-A48C-4257-B281-38DFAB3E8F95}" destId="{58E57B76-2921-4C76-867F-1BFCD7FB185B}" srcOrd="1" destOrd="2" presId="urn:microsoft.com/office/officeart/2005/8/layout/hList7"/>
    <dgm:cxn modelId="{7B88BFBA-CABD-4244-A7F2-708F9D56BFDE}" srcId="{2ECBDD74-29E9-4470-B120-336A77A5160C}" destId="{83C076F0-98F1-4F19-A8D8-4217B7E6C30F}" srcOrd="2" destOrd="0" parTransId="{9D159775-4BC4-4E8C-AFDF-690898E3E53D}" sibTransId="{A2A3801C-D1C7-4C26-B7AB-E207FE2A09C6}"/>
    <dgm:cxn modelId="{94F90FD1-233F-444C-BF50-5A4D02CB2599}" type="presOf" srcId="{2ECBDD74-29E9-4470-B120-336A77A5160C}" destId="{58E57B76-2921-4C76-867F-1BFCD7FB185B}" srcOrd="1" destOrd="0" presId="urn:microsoft.com/office/officeart/2005/8/layout/hList7"/>
    <dgm:cxn modelId="{576BDBD4-3194-4E40-9570-7E92548CCD5D}" srcId="{0B990831-F52B-4FAF-A1A8-99076AC48988}" destId="{B711B138-CBF1-4CBA-ACA5-8B6239785098}" srcOrd="0" destOrd="0" parTransId="{1CF93F57-4342-4939-8B41-60A2A7F0921E}" sibTransId="{72F866C9-240D-43F3-8992-6CF776698820}"/>
    <dgm:cxn modelId="{690BDAE1-7701-4BF2-BD59-22AED894D877}" type="presOf" srcId="{83C076F0-98F1-4F19-A8D8-4217B7E6C30F}" destId="{58E57B76-2921-4C76-867F-1BFCD7FB185B}" srcOrd="1" destOrd="3" presId="urn:microsoft.com/office/officeart/2005/8/layout/hList7"/>
    <dgm:cxn modelId="{54C112F3-16FC-45F1-9C8B-32F8D91B3C86}" srcId="{2ECBDD74-29E9-4470-B120-336A77A5160C}" destId="{E9557273-7586-4FA3-9B93-A43753335E02}" srcOrd="0" destOrd="0" parTransId="{183C7A3C-FA00-40E8-94F0-9B81B38FA5C9}" sibTransId="{DB89EEC2-6529-41E0-8014-20034FFE150F}"/>
    <dgm:cxn modelId="{7ABE36FD-C196-48A8-992A-F0EC72BD49AD}" type="presOf" srcId="{E9557273-7586-4FA3-9B93-A43753335E02}" destId="{007BF057-FFC4-405A-A18F-808A77C1065E}" srcOrd="0" destOrd="1" presId="urn:microsoft.com/office/officeart/2005/8/layout/hList7"/>
    <dgm:cxn modelId="{0E775B33-D84B-4497-B146-297A52300D9C}" type="presParOf" srcId="{4F6BFF14-D1D5-4392-96B6-DD8267AF121C}" destId="{30CA0A3B-A124-4D66-8516-AF548053F5D0}" srcOrd="0" destOrd="0" presId="urn:microsoft.com/office/officeart/2005/8/layout/hList7"/>
    <dgm:cxn modelId="{F2EF53B4-9254-42FE-82D1-1897AFDBBF49}" type="presParOf" srcId="{4F6BFF14-D1D5-4392-96B6-DD8267AF121C}" destId="{EE5BC3E4-B3D1-434F-BE83-6E74B5CE33A9}" srcOrd="1" destOrd="0" presId="urn:microsoft.com/office/officeart/2005/8/layout/hList7"/>
    <dgm:cxn modelId="{44F38A4E-50D8-4EE8-A2D0-F44DDF410AC0}" type="presParOf" srcId="{EE5BC3E4-B3D1-434F-BE83-6E74B5CE33A9}" destId="{1347F908-CFF4-467F-B549-1197495A2995}" srcOrd="0" destOrd="0" presId="urn:microsoft.com/office/officeart/2005/8/layout/hList7"/>
    <dgm:cxn modelId="{951F41E1-89D3-4E7A-935D-A514FAE06D16}" type="presParOf" srcId="{1347F908-CFF4-467F-B549-1197495A2995}" destId="{F38A2AC9-F888-4DA6-9D06-914C79F05AB1}" srcOrd="0" destOrd="0" presId="urn:microsoft.com/office/officeart/2005/8/layout/hList7"/>
    <dgm:cxn modelId="{80286B18-86BD-4D2E-90AE-BC8023F70D4D}" type="presParOf" srcId="{1347F908-CFF4-467F-B549-1197495A2995}" destId="{5EF73238-ED4C-483B-BE4F-9172E1E3873E}" srcOrd="1" destOrd="0" presId="urn:microsoft.com/office/officeart/2005/8/layout/hList7"/>
    <dgm:cxn modelId="{5B0D76FD-D633-40DD-B872-AD633FE60561}" type="presParOf" srcId="{1347F908-CFF4-467F-B549-1197495A2995}" destId="{4F201420-D8C6-468A-937B-CDC2AAE44664}" srcOrd="2" destOrd="0" presId="urn:microsoft.com/office/officeart/2005/8/layout/hList7"/>
    <dgm:cxn modelId="{E4CC3B56-4CF0-4106-AF9D-20B32376F9A0}" type="presParOf" srcId="{1347F908-CFF4-467F-B549-1197495A2995}" destId="{FACF6C2A-4621-4C43-8FDD-8F4D10CA5468}" srcOrd="3" destOrd="0" presId="urn:microsoft.com/office/officeart/2005/8/layout/hList7"/>
    <dgm:cxn modelId="{600EFF4D-7948-4F46-911D-BFE9162CEB75}" type="presParOf" srcId="{EE5BC3E4-B3D1-434F-BE83-6E74B5CE33A9}" destId="{7E10412B-0DDF-4894-BACE-BEDE43CF28EC}" srcOrd="1" destOrd="0" presId="urn:microsoft.com/office/officeart/2005/8/layout/hList7"/>
    <dgm:cxn modelId="{BCEBFB41-2E27-48D0-B914-6D82997D30D3}" type="presParOf" srcId="{EE5BC3E4-B3D1-434F-BE83-6E74B5CE33A9}" destId="{F7BB752B-DC0F-4A9A-BEF1-37E2D421792F}" srcOrd="2" destOrd="0" presId="urn:microsoft.com/office/officeart/2005/8/layout/hList7"/>
    <dgm:cxn modelId="{3CB28DAF-5BFC-4970-A4AF-627DDFE6B193}" type="presParOf" srcId="{F7BB752B-DC0F-4A9A-BEF1-37E2D421792F}" destId="{007BF057-FFC4-405A-A18F-808A77C1065E}" srcOrd="0" destOrd="0" presId="urn:microsoft.com/office/officeart/2005/8/layout/hList7"/>
    <dgm:cxn modelId="{D78F1DDC-EA80-4A7F-A3A5-31CC75081606}" type="presParOf" srcId="{F7BB752B-DC0F-4A9A-BEF1-37E2D421792F}" destId="{58E57B76-2921-4C76-867F-1BFCD7FB185B}" srcOrd="1" destOrd="0" presId="urn:microsoft.com/office/officeart/2005/8/layout/hList7"/>
    <dgm:cxn modelId="{2D02E17B-56E1-49F0-9C96-6F6F780B1A46}" type="presParOf" srcId="{F7BB752B-DC0F-4A9A-BEF1-37E2D421792F}" destId="{FC4B7A6F-2F51-4090-B83C-61728BD4CDAE}" srcOrd="2" destOrd="0" presId="urn:microsoft.com/office/officeart/2005/8/layout/hList7"/>
    <dgm:cxn modelId="{4D0C516C-FE5D-4CC9-948F-2EE4A6CF0FD2}" type="presParOf" srcId="{F7BB752B-DC0F-4A9A-BEF1-37E2D421792F}" destId="{AC5EDC37-9C54-496B-A0E7-374510F45F9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DB382F-06CB-4998-B13C-87DC294A788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0A4E591-9F67-4B18-911C-BCB57CBF1AAA}">
      <dgm:prSet/>
      <dgm:spPr/>
      <dgm:t>
        <a:bodyPr/>
        <a:lstStyle/>
        <a:p>
          <a:r>
            <a:rPr lang="en-IN"/>
            <a:t>Chain of custody rigor.</a:t>
          </a:r>
        </a:p>
      </dgm:t>
    </dgm:pt>
    <dgm:pt modelId="{40C499D2-7C48-471B-AB40-2897033195C1}" type="parTrans" cxnId="{3CFC873F-E8B1-4396-A5C7-332307BFD5B5}">
      <dgm:prSet/>
      <dgm:spPr/>
      <dgm:t>
        <a:bodyPr/>
        <a:lstStyle/>
        <a:p>
          <a:endParaRPr lang="en-IN"/>
        </a:p>
      </dgm:t>
    </dgm:pt>
    <dgm:pt modelId="{310EF534-E695-4ED1-B34B-1BC3FCA3E7E3}" type="sibTrans" cxnId="{3CFC873F-E8B1-4396-A5C7-332307BFD5B5}">
      <dgm:prSet/>
      <dgm:spPr/>
      <dgm:t>
        <a:bodyPr/>
        <a:lstStyle/>
        <a:p>
          <a:endParaRPr lang="en-IN"/>
        </a:p>
      </dgm:t>
    </dgm:pt>
    <dgm:pt modelId="{8FD09E54-D07A-4714-B62D-A32F3BDDB887}">
      <dgm:prSet/>
      <dgm:spPr/>
      <dgm:t>
        <a:bodyPr/>
        <a:lstStyle/>
        <a:p>
          <a:r>
            <a:rPr lang="en-IN"/>
            <a:t>Cryptographic hashing for integrity.</a:t>
          </a:r>
        </a:p>
      </dgm:t>
    </dgm:pt>
    <dgm:pt modelId="{BA0E1C9F-6CFF-4E84-B968-E531805E63ED}" type="parTrans" cxnId="{A92AABAE-3375-4E2A-B070-3A714C48CA37}">
      <dgm:prSet/>
      <dgm:spPr/>
      <dgm:t>
        <a:bodyPr/>
        <a:lstStyle/>
        <a:p>
          <a:endParaRPr lang="en-IN"/>
        </a:p>
      </dgm:t>
    </dgm:pt>
    <dgm:pt modelId="{5934D413-F7BE-4242-B227-F1F86291CE69}" type="sibTrans" cxnId="{A92AABAE-3375-4E2A-B070-3A714C48CA37}">
      <dgm:prSet/>
      <dgm:spPr/>
      <dgm:t>
        <a:bodyPr/>
        <a:lstStyle/>
        <a:p>
          <a:endParaRPr lang="en-IN"/>
        </a:p>
      </dgm:t>
    </dgm:pt>
    <dgm:pt modelId="{42AE16D6-CAD1-4CD6-BDB3-FEB9B301E0C7}">
      <dgm:prSet/>
      <dgm:spPr/>
      <dgm:t>
        <a:bodyPr/>
        <a:lstStyle/>
        <a:p>
          <a:r>
            <a:rPr lang="en-IN"/>
            <a:t>Encryption/decryption for sensitive data.</a:t>
          </a:r>
        </a:p>
      </dgm:t>
    </dgm:pt>
    <dgm:pt modelId="{ECBC3AE9-DBF0-4E56-95CD-273C057303E1}" type="parTrans" cxnId="{BF50732C-4875-4442-956E-19CB7E57CEBC}">
      <dgm:prSet/>
      <dgm:spPr/>
      <dgm:t>
        <a:bodyPr/>
        <a:lstStyle/>
        <a:p>
          <a:endParaRPr lang="en-IN"/>
        </a:p>
      </dgm:t>
    </dgm:pt>
    <dgm:pt modelId="{6BF4C7B9-9BA5-4231-AAFA-61884F36D6BB}" type="sibTrans" cxnId="{BF50732C-4875-4442-956E-19CB7E57CEBC}">
      <dgm:prSet/>
      <dgm:spPr/>
      <dgm:t>
        <a:bodyPr/>
        <a:lstStyle/>
        <a:p>
          <a:endParaRPr lang="en-IN"/>
        </a:p>
      </dgm:t>
    </dgm:pt>
    <dgm:pt modelId="{1BA93E85-F48F-47E5-AB0F-CC10BD774324}">
      <dgm:prSet/>
      <dgm:spPr/>
      <dgm:t>
        <a:bodyPr/>
        <a:lstStyle/>
        <a:p>
          <a:r>
            <a:rPr lang="en-IN"/>
            <a:t>Legal compliance (warrants, privacy laws)</a:t>
          </a:r>
        </a:p>
      </dgm:t>
    </dgm:pt>
    <dgm:pt modelId="{B657D10B-C74F-4745-B50C-25610C51C628}" type="parTrans" cxnId="{99D2FB7E-B435-45DF-AA3B-23BBB5C30BA9}">
      <dgm:prSet/>
      <dgm:spPr/>
      <dgm:t>
        <a:bodyPr/>
        <a:lstStyle/>
        <a:p>
          <a:endParaRPr lang="en-IN"/>
        </a:p>
      </dgm:t>
    </dgm:pt>
    <dgm:pt modelId="{B2437A28-0BDD-41CF-9BAB-BE075E4621C8}" type="sibTrans" cxnId="{99D2FB7E-B435-45DF-AA3B-23BBB5C30BA9}">
      <dgm:prSet/>
      <dgm:spPr/>
      <dgm:t>
        <a:bodyPr/>
        <a:lstStyle/>
        <a:p>
          <a:endParaRPr lang="en-IN"/>
        </a:p>
      </dgm:t>
    </dgm:pt>
    <dgm:pt modelId="{2F19D8BD-7DF7-4367-A62A-AE526B3FA1BA}" type="pres">
      <dgm:prSet presAssocID="{A7DB382F-06CB-4998-B13C-87DC294A788B}" presName="linear" presStyleCnt="0">
        <dgm:presLayoutVars>
          <dgm:dir/>
          <dgm:animLvl val="lvl"/>
          <dgm:resizeHandles val="exact"/>
        </dgm:presLayoutVars>
      </dgm:prSet>
      <dgm:spPr/>
    </dgm:pt>
    <dgm:pt modelId="{24C1FAB9-568D-4DF4-89BB-326B6F0D82C2}" type="pres">
      <dgm:prSet presAssocID="{E0A4E591-9F67-4B18-911C-BCB57CBF1AAA}" presName="parentLin" presStyleCnt="0"/>
      <dgm:spPr/>
    </dgm:pt>
    <dgm:pt modelId="{362B883F-2411-4352-B231-69E989C767B5}" type="pres">
      <dgm:prSet presAssocID="{E0A4E591-9F67-4B18-911C-BCB57CBF1AAA}" presName="parentLeftMargin" presStyleLbl="node1" presStyleIdx="0" presStyleCnt="4"/>
      <dgm:spPr/>
    </dgm:pt>
    <dgm:pt modelId="{72E1C02D-7013-4115-AD91-CD9CDE94F3B7}" type="pres">
      <dgm:prSet presAssocID="{E0A4E591-9F67-4B18-911C-BCB57CBF1A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7BE5829-3C4C-40CA-896E-50961A737F3E}" type="pres">
      <dgm:prSet presAssocID="{E0A4E591-9F67-4B18-911C-BCB57CBF1AAA}" presName="negativeSpace" presStyleCnt="0"/>
      <dgm:spPr/>
    </dgm:pt>
    <dgm:pt modelId="{896B0C7F-7E44-453D-AB45-38637CB55BE2}" type="pres">
      <dgm:prSet presAssocID="{E0A4E591-9F67-4B18-911C-BCB57CBF1AAA}" presName="childText" presStyleLbl="conFgAcc1" presStyleIdx="0" presStyleCnt="4">
        <dgm:presLayoutVars>
          <dgm:bulletEnabled val="1"/>
        </dgm:presLayoutVars>
      </dgm:prSet>
      <dgm:spPr/>
    </dgm:pt>
    <dgm:pt modelId="{2C01A399-46C2-441A-80D1-9D1037B0CF1C}" type="pres">
      <dgm:prSet presAssocID="{310EF534-E695-4ED1-B34B-1BC3FCA3E7E3}" presName="spaceBetweenRectangles" presStyleCnt="0"/>
      <dgm:spPr/>
    </dgm:pt>
    <dgm:pt modelId="{553A408E-5956-44DD-977B-CE7F8A169886}" type="pres">
      <dgm:prSet presAssocID="{8FD09E54-D07A-4714-B62D-A32F3BDDB887}" presName="parentLin" presStyleCnt="0"/>
      <dgm:spPr/>
    </dgm:pt>
    <dgm:pt modelId="{925B1A10-D587-4D9D-AF1D-E208B2090158}" type="pres">
      <dgm:prSet presAssocID="{8FD09E54-D07A-4714-B62D-A32F3BDDB887}" presName="parentLeftMargin" presStyleLbl="node1" presStyleIdx="0" presStyleCnt="4"/>
      <dgm:spPr/>
    </dgm:pt>
    <dgm:pt modelId="{FB71D866-7368-49EC-A8B7-E57AF907B6AB}" type="pres">
      <dgm:prSet presAssocID="{8FD09E54-D07A-4714-B62D-A32F3BDDB8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C1AEB27-A944-4D20-B279-66D68389ACF4}" type="pres">
      <dgm:prSet presAssocID="{8FD09E54-D07A-4714-B62D-A32F3BDDB887}" presName="negativeSpace" presStyleCnt="0"/>
      <dgm:spPr/>
    </dgm:pt>
    <dgm:pt modelId="{5A2A87C9-04A5-464E-ABA5-69514EEEAE84}" type="pres">
      <dgm:prSet presAssocID="{8FD09E54-D07A-4714-B62D-A32F3BDDB887}" presName="childText" presStyleLbl="conFgAcc1" presStyleIdx="1" presStyleCnt="4">
        <dgm:presLayoutVars>
          <dgm:bulletEnabled val="1"/>
        </dgm:presLayoutVars>
      </dgm:prSet>
      <dgm:spPr/>
    </dgm:pt>
    <dgm:pt modelId="{A430734F-67EE-4B37-B71D-6A496581897A}" type="pres">
      <dgm:prSet presAssocID="{5934D413-F7BE-4242-B227-F1F86291CE69}" presName="spaceBetweenRectangles" presStyleCnt="0"/>
      <dgm:spPr/>
    </dgm:pt>
    <dgm:pt modelId="{5C2649C0-000D-421A-BB76-11C4BE48A074}" type="pres">
      <dgm:prSet presAssocID="{42AE16D6-CAD1-4CD6-BDB3-FEB9B301E0C7}" presName="parentLin" presStyleCnt="0"/>
      <dgm:spPr/>
    </dgm:pt>
    <dgm:pt modelId="{F3C2692F-332C-40CA-B907-5DF94A31F9C8}" type="pres">
      <dgm:prSet presAssocID="{42AE16D6-CAD1-4CD6-BDB3-FEB9B301E0C7}" presName="parentLeftMargin" presStyleLbl="node1" presStyleIdx="1" presStyleCnt="4"/>
      <dgm:spPr/>
    </dgm:pt>
    <dgm:pt modelId="{1FAA9161-2403-4FCB-976B-1A2AEB6E40FE}" type="pres">
      <dgm:prSet presAssocID="{42AE16D6-CAD1-4CD6-BDB3-FEB9B301E0C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D7E481-2DC2-4F1D-A8EA-B9EB575A1648}" type="pres">
      <dgm:prSet presAssocID="{42AE16D6-CAD1-4CD6-BDB3-FEB9B301E0C7}" presName="negativeSpace" presStyleCnt="0"/>
      <dgm:spPr/>
    </dgm:pt>
    <dgm:pt modelId="{33DEACB9-5189-4A8E-B8C7-25D7FA8219D9}" type="pres">
      <dgm:prSet presAssocID="{42AE16D6-CAD1-4CD6-BDB3-FEB9B301E0C7}" presName="childText" presStyleLbl="conFgAcc1" presStyleIdx="2" presStyleCnt="4">
        <dgm:presLayoutVars>
          <dgm:bulletEnabled val="1"/>
        </dgm:presLayoutVars>
      </dgm:prSet>
      <dgm:spPr/>
    </dgm:pt>
    <dgm:pt modelId="{81629F06-5D1B-4450-A76F-1347EF923131}" type="pres">
      <dgm:prSet presAssocID="{6BF4C7B9-9BA5-4231-AAFA-61884F36D6BB}" presName="spaceBetweenRectangles" presStyleCnt="0"/>
      <dgm:spPr/>
    </dgm:pt>
    <dgm:pt modelId="{D5D6F7C7-5301-49D2-A839-F870E654EC99}" type="pres">
      <dgm:prSet presAssocID="{1BA93E85-F48F-47E5-AB0F-CC10BD774324}" presName="parentLin" presStyleCnt="0"/>
      <dgm:spPr/>
    </dgm:pt>
    <dgm:pt modelId="{60657226-76AA-4357-9A61-EA22224100C9}" type="pres">
      <dgm:prSet presAssocID="{1BA93E85-F48F-47E5-AB0F-CC10BD774324}" presName="parentLeftMargin" presStyleLbl="node1" presStyleIdx="2" presStyleCnt="4"/>
      <dgm:spPr/>
    </dgm:pt>
    <dgm:pt modelId="{B4CB6D17-98B1-4F64-94CB-AEDCE64F090F}" type="pres">
      <dgm:prSet presAssocID="{1BA93E85-F48F-47E5-AB0F-CC10BD77432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480B772-E291-4280-B7E9-519B2DA60C6D}" type="pres">
      <dgm:prSet presAssocID="{1BA93E85-F48F-47E5-AB0F-CC10BD774324}" presName="negativeSpace" presStyleCnt="0"/>
      <dgm:spPr/>
    </dgm:pt>
    <dgm:pt modelId="{9C2502CB-B342-4787-8CBA-3CFEECE61147}" type="pres">
      <dgm:prSet presAssocID="{1BA93E85-F48F-47E5-AB0F-CC10BD77432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5A0B710E-8D8F-4352-AC75-F07D722A38B3}" type="presOf" srcId="{1BA93E85-F48F-47E5-AB0F-CC10BD774324}" destId="{B4CB6D17-98B1-4F64-94CB-AEDCE64F090F}" srcOrd="1" destOrd="0" presId="urn:microsoft.com/office/officeart/2005/8/layout/list1"/>
    <dgm:cxn modelId="{BF50732C-4875-4442-956E-19CB7E57CEBC}" srcId="{A7DB382F-06CB-4998-B13C-87DC294A788B}" destId="{42AE16D6-CAD1-4CD6-BDB3-FEB9B301E0C7}" srcOrd="2" destOrd="0" parTransId="{ECBC3AE9-DBF0-4E56-95CD-273C057303E1}" sibTransId="{6BF4C7B9-9BA5-4231-AAFA-61884F36D6BB}"/>
    <dgm:cxn modelId="{3CFC873F-E8B1-4396-A5C7-332307BFD5B5}" srcId="{A7DB382F-06CB-4998-B13C-87DC294A788B}" destId="{E0A4E591-9F67-4B18-911C-BCB57CBF1AAA}" srcOrd="0" destOrd="0" parTransId="{40C499D2-7C48-471B-AB40-2897033195C1}" sibTransId="{310EF534-E695-4ED1-B34B-1BC3FCA3E7E3}"/>
    <dgm:cxn modelId="{CFE47C69-0524-431A-BBF6-9AC81E251DCF}" type="presOf" srcId="{42AE16D6-CAD1-4CD6-BDB3-FEB9B301E0C7}" destId="{F3C2692F-332C-40CA-B907-5DF94A31F9C8}" srcOrd="0" destOrd="0" presId="urn:microsoft.com/office/officeart/2005/8/layout/list1"/>
    <dgm:cxn modelId="{873D4556-2394-49B1-BE0F-0FD189119C29}" type="presOf" srcId="{1BA93E85-F48F-47E5-AB0F-CC10BD774324}" destId="{60657226-76AA-4357-9A61-EA22224100C9}" srcOrd="0" destOrd="0" presId="urn:microsoft.com/office/officeart/2005/8/layout/list1"/>
    <dgm:cxn modelId="{54DE9D77-2E2D-404F-B30B-41810C41E47B}" type="presOf" srcId="{8FD09E54-D07A-4714-B62D-A32F3BDDB887}" destId="{FB71D866-7368-49EC-A8B7-E57AF907B6AB}" srcOrd="1" destOrd="0" presId="urn:microsoft.com/office/officeart/2005/8/layout/list1"/>
    <dgm:cxn modelId="{99D2FB7E-B435-45DF-AA3B-23BBB5C30BA9}" srcId="{A7DB382F-06CB-4998-B13C-87DC294A788B}" destId="{1BA93E85-F48F-47E5-AB0F-CC10BD774324}" srcOrd="3" destOrd="0" parTransId="{B657D10B-C74F-4745-B50C-25610C51C628}" sibTransId="{B2437A28-0BDD-41CF-9BAB-BE075E4621C8}"/>
    <dgm:cxn modelId="{C02EC38F-CBE0-43D8-BF0D-7C998F9A45A8}" type="presOf" srcId="{E0A4E591-9F67-4B18-911C-BCB57CBF1AAA}" destId="{362B883F-2411-4352-B231-69E989C767B5}" srcOrd="0" destOrd="0" presId="urn:microsoft.com/office/officeart/2005/8/layout/list1"/>
    <dgm:cxn modelId="{27CA3892-218E-42CE-BA8A-2996B269EA43}" type="presOf" srcId="{A7DB382F-06CB-4998-B13C-87DC294A788B}" destId="{2F19D8BD-7DF7-4367-A62A-AE526B3FA1BA}" srcOrd="0" destOrd="0" presId="urn:microsoft.com/office/officeart/2005/8/layout/list1"/>
    <dgm:cxn modelId="{154FBBA5-C986-4836-876D-4E73F3A8CBD1}" type="presOf" srcId="{E0A4E591-9F67-4B18-911C-BCB57CBF1AAA}" destId="{72E1C02D-7013-4115-AD91-CD9CDE94F3B7}" srcOrd="1" destOrd="0" presId="urn:microsoft.com/office/officeart/2005/8/layout/list1"/>
    <dgm:cxn modelId="{A92AABAE-3375-4E2A-B070-3A714C48CA37}" srcId="{A7DB382F-06CB-4998-B13C-87DC294A788B}" destId="{8FD09E54-D07A-4714-B62D-A32F3BDDB887}" srcOrd="1" destOrd="0" parTransId="{BA0E1C9F-6CFF-4E84-B968-E531805E63ED}" sibTransId="{5934D413-F7BE-4242-B227-F1F86291CE69}"/>
    <dgm:cxn modelId="{962837DC-AE0E-4F2F-86B5-9AC688C36992}" type="presOf" srcId="{42AE16D6-CAD1-4CD6-BDB3-FEB9B301E0C7}" destId="{1FAA9161-2403-4FCB-976B-1A2AEB6E40FE}" srcOrd="1" destOrd="0" presId="urn:microsoft.com/office/officeart/2005/8/layout/list1"/>
    <dgm:cxn modelId="{211E4CF6-76F8-478E-96EA-7DB478CAC2E6}" type="presOf" srcId="{8FD09E54-D07A-4714-B62D-A32F3BDDB887}" destId="{925B1A10-D587-4D9D-AF1D-E208B2090158}" srcOrd="0" destOrd="0" presId="urn:microsoft.com/office/officeart/2005/8/layout/list1"/>
    <dgm:cxn modelId="{64685B1E-A178-4F16-943B-759C3CA09346}" type="presParOf" srcId="{2F19D8BD-7DF7-4367-A62A-AE526B3FA1BA}" destId="{24C1FAB9-568D-4DF4-89BB-326B6F0D82C2}" srcOrd="0" destOrd="0" presId="urn:microsoft.com/office/officeart/2005/8/layout/list1"/>
    <dgm:cxn modelId="{9400346F-907A-4BCD-80D8-25FD00D0A454}" type="presParOf" srcId="{24C1FAB9-568D-4DF4-89BB-326B6F0D82C2}" destId="{362B883F-2411-4352-B231-69E989C767B5}" srcOrd="0" destOrd="0" presId="urn:microsoft.com/office/officeart/2005/8/layout/list1"/>
    <dgm:cxn modelId="{4770F301-8019-41EE-B3C0-ED411A2339DE}" type="presParOf" srcId="{24C1FAB9-568D-4DF4-89BB-326B6F0D82C2}" destId="{72E1C02D-7013-4115-AD91-CD9CDE94F3B7}" srcOrd="1" destOrd="0" presId="urn:microsoft.com/office/officeart/2005/8/layout/list1"/>
    <dgm:cxn modelId="{73158473-B208-4160-AD27-2FE309789D00}" type="presParOf" srcId="{2F19D8BD-7DF7-4367-A62A-AE526B3FA1BA}" destId="{47BE5829-3C4C-40CA-896E-50961A737F3E}" srcOrd="1" destOrd="0" presId="urn:microsoft.com/office/officeart/2005/8/layout/list1"/>
    <dgm:cxn modelId="{6C04DCEF-25A2-48F1-8D94-E24193C9E14E}" type="presParOf" srcId="{2F19D8BD-7DF7-4367-A62A-AE526B3FA1BA}" destId="{896B0C7F-7E44-453D-AB45-38637CB55BE2}" srcOrd="2" destOrd="0" presId="urn:microsoft.com/office/officeart/2005/8/layout/list1"/>
    <dgm:cxn modelId="{BABF8990-A223-444F-AEFB-1D651DEE655E}" type="presParOf" srcId="{2F19D8BD-7DF7-4367-A62A-AE526B3FA1BA}" destId="{2C01A399-46C2-441A-80D1-9D1037B0CF1C}" srcOrd="3" destOrd="0" presId="urn:microsoft.com/office/officeart/2005/8/layout/list1"/>
    <dgm:cxn modelId="{220CD558-4453-462D-9551-E42DE32EDFED}" type="presParOf" srcId="{2F19D8BD-7DF7-4367-A62A-AE526B3FA1BA}" destId="{553A408E-5956-44DD-977B-CE7F8A169886}" srcOrd="4" destOrd="0" presId="urn:microsoft.com/office/officeart/2005/8/layout/list1"/>
    <dgm:cxn modelId="{086E9339-89B0-416E-B277-0042BC855764}" type="presParOf" srcId="{553A408E-5956-44DD-977B-CE7F8A169886}" destId="{925B1A10-D587-4D9D-AF1D-E208B2090158}" srcOrd="0" destOrd="0" presId="urn:microsoft.com/office/officeart/2005/8/layout/list1"/>
    <dgm:cxn modelId="{EDFE14A1-22FB-48BC-A4BA-6140FD20CCBE}" type="presParOf" srcId="{553A408E-5956-44DD-977B-CE7F8A169886}" destId="{FB71D866-7368-49EC-A8B7-E57AF907B6AB}" srcOrd="1" destOrd="0" presId="urn:microsoft.com/office/officeart/2005/8/layout/list1"/>
    <dgm:cxn modelId="{9087198C-B5F5-459C-B812-7955D891EB84}" type="presParOf" srcId="{2F19D8BD-7DF7-4367-A62A-AE526B3FA1BA}" destId="{AC1AEB27-A944-4D20-B279-66D68389ACF4}" srcOrd="5" destOrd="0" presId="urn:microsoft.com/office/officeart/2005/8/layout/list1"/>
    <dgm:cxn modelId="{458C0700-67D2-4FFF-9FED-BA353625F01D}" type="presParOf" srcId="{2F19D8BD-7DF7-4367-A62A-AE526B3FA1BA}" destId="{5A2A87C9-04A5-464E-ABA5-69514EEEAE84}" srcOrd="6" destOrd="0" presId="urn:microsoft.com/office/officeart/2005/8/layout/list1"/>
    <dgm:cxn modelId="{DA2FC37F-41B3-4CAA-98FC-38E5D32CDA15}" type="presParOf" srcId="{2F19D8BD-7DF7-4367-A62A-AE526B3FA1BA}" destId="{A430734F-67EE-4B37-B71D-6A496581897A}" srcOrd="7" destOrd="0" presId="urn:microsoft.com/office/officeart/2005/8/layout/list1"/>
    <dgm:cxn modelId="{4AC4C04A-2884-484B-8F1B-5DB7F5180660}" type="presParOf" srcId="{2F19D8BD-7DF7-4367-A62A-AE526B3FA1BA}" destId="{5C2649C0-000D-421A-BB76-11C4BE48A074}" srcOrd="8" destOrd="0" presId="urn:microsoft.com/office/officeart/2005/8/layout/list1"/>
    <dgm:cxn modelId="{D8321749-C39F-49EB-95C7-B79F4F2207B0}" type="presParOf" srcId="{5C2649C0-000D-421A-BB76-11C4BE48A074}" destId="{F3C2692F-332C-40CA-B907-5DF94A31F9C8}" srcOrd="0" destOrd="0" presId="urn:microsoft.com/office/officeart/2005/8/layout/list1"/>
    <dgm:cxn modelId="{5D5D6738-842E-40E0-B798-E1A45ECDDD25}" type="presParOf" srcId="{5C2649C0-000D-421A-BB76-11C4BE48A074}" destId="{1FAA9161-2403-4FCB-976B-1A2AEB6E40FE}" srcOrd="1" destOrd="0" presId="urn:microsoft.com/office/officeart/2005/8/layout/list1"/>
    <dgm:cxn modelId="{D4326B1D-E45E-45E7-B3D4-323846F9D67A}" type="presParOf" srcId="{2F19D8BD-7DF7-4367-A62A-AE526B3FA1BA}" destId="{28D7E481-2DC2-4F1D-A8EA-B9EB575A1648}" srcOrd="9" destOrd="0" presId="urn:microsoft.com/office/officeart/2005/8/layout/list1"/>
    <dgm:cxn modelId="{FBCE74EA-5215-4D83-908E-87ABB13EB6B6}" type="presParOf" srcId="{2F19D8BD-7DF7-4367-A62A-AE526B3FA1BA}" destId="{33DEACB9-5189-4A8E-B8C7-25D7FA8219D9}" srcOrd="10" destOrd="0" presId="urn:microsoft.com/office/officeart/2005/8/layout/list1"/>
    <dgm:cxn modelId="{6AFD5045-6EAD-4D4D-A02C-E0138E62E502}" type="presParOf" srcId="{2F19D8BD-7DF7-4367-A62A-AE526B3FA1BA}" destId="{81629F06-5D1B-4450-A76F-1347EF923131}" srcOrd="11" destOrd="0" presId="urn:microsoft.com/office/officeart/2005/8/layout/list1"/>
    <dgm:cxn modelId="{35DC4AB9-2471-4983-A3BF-DD8F49C5891A}" type="presParOf" srcId="{2F19D8BD-7DF7-4367-A62A-AE526B3FA1BA}" destId="{D5D6F7C7-5301-49D2-A839-F870E654EC99}" srcOrd="12" destOrd="0" presId="urn:microsoft.com/office/officeart/2005/8/layout/list1"/>
    <dgm:cxn modelId="{C0D810FE-5211-4CF5-BF02-D27BC4B8E24F}" type="presParOf" srcId="{D5D6F7C7-5301-49D2-A839-F870E654EC99}" destId="{60657226-76AA-4357-9A61-EA22224100C9}" srcOrd="0" destOrd="0" presId="urn:microsoft.com/office/officeart/2005/8/layout/list1"/>
    <dgm:cxn modelId="{8DC256A1-DA2C-4418-AA27-CEC892297E7A}" type="presParOf" srcId="{D5D6F7C7-5301-49D2-A839-F870E654EC99}" destId="{B4CB6D17-98B1-4F64-94CB-AEDCE64F090F}" srcOrd="1" destOrd="0" presId="urn:microsoft.com/office/officeart/2005/8/layout/list1"/>
    <dgm:cxn modelId="{0EDDA42F-714C-4AE5-BD92-11429C56ACB3}" type="presParOf" srcId="{2F19D8BD-7DF7-4367-A62A-AE526B3FA1BA}" destId="{0480B772-E291-4280-B7E9-519B2DA60C6D}" srcOrd="13" destOrd="0" presId="urn:microsoft.com/office/officeart/2005/8/layout/list1"/>
    <dgm:cxn modelId="{7A36568B-50E0-42F1-B92C-51A209DBC4BF}" type="presParOf" srcId="{2F19D8BD-7DF7-4367-A62A-AE526B3FA1BA}" destId="{9C2502CB-B342-4787-8CBA-3CFEECE6114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6EA61F-8697-45DD-8214-D73875CF9FA1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D97410B-85A4-4199-A400-38A151A916B7}">
      <dgm:prSet/>
      <dgm:spPr/>
      <dgm:t>
        <a:bodyPr/>
        <a:lstStyle/>
        <a:p>
          <a:r>
            <a:rPr lang="en-US"/>
            <a:t>Lack of physical hardware access.</a:t>
          </a:r>
          <a:endParaRPr lang="en-IN"/>
        </a:p>
      </dgm:t>
    </dgm:pt>
    <dgm:pt modelId="{302155C4-670E-4E73-AFA4-CA50016FBD97}" type="parTrans" cxnId="{AA917C30-8350-4CAE-9F5D-16B80B6B63B4}">
      <dgm:prSet/>
      <dgm:spPr/>
      <dgm:t>
        <a:bodyPr/>
        <a:lstStyle/>
        <a:p>
          <a:endParaRPr lang="en-IN"/>
        </a:p>
      </dgm:t>
    </dgm:pt>
    <dgm:pt modelId="{6E94F5E0-8E24-405B-BB03-1D566DE30F91}" type="sibTrans" cxnId="{AA917C30-8350-4CAE-9F5D-16B80B6B63B4}">
      <dgm:prSet/>
      <dgm:spPr/>
      <dgm:t>
        <a:bodyPr/>
        <a:lstStyle/>
        <a:p>
          <a:endParaRPr lang="en-IN"/>
        </a:p>
      </dgm:t>
    </dgm:pt>
    <dgm:pt modelId="{385073A0-FB95-42FF-AD71-3263C6A40A01}">
      <dgm:prSet/>
      <dgm:spPr/>
      <dgm:t>
        <a:bodyPr/>
        <a:lstStyle/>
        <a:p>
          <a:r>
            <a:rPr lang="en-US"/>
            <a:t>Multi-jurisdictional data distribution.</a:t>
          </a:r>
          <a:endParaRPr lang="en-IN"/>
        </a:p>
      </dgm:t>
    </dgm:pt>
    <dgm:pt modelId="{4A82F60B-C898-4005-814E-BE5CD5162D59}" type="parTrans" cxnId="{F369B2B4-4B88-43BA-B86C-20CAA3FE4C01}">
      <dgm:prSet/>
      <dgm:spPr/>
      <dgm:t>
        <a:bodyPr/>
        <a:lstStyle/>
        <a:p>
          <a:endParaRPr lang="en-IN"/>
        </a:p>
      </dgm:t>
    </dgm:pt>
    <dgm:pt modelId="{DF453F7E-5291-4D64-9DFC-D7AE6CE4479A}" type="sibTrans" cxnId="{F369B2B4-4B88-43BA-B86C-20CAA3FE4C01}">
      <dgm:prSet/>
      <dgm:spPr/>
      <dgm:t>
        <a:bodyPr/>
        <a:lstStyle/>
        <a:p>
          <a:endParaRPr lang="en-IN"/>
        </a:p>
      </dgm:t>
    </dgm:pt>
    <dgm:pt modelId="{117CAA1B-9940-4058-B4DA-9B3F53EFA314}">
      <dgm:prSet/>
      <dgm:spPr/>
      <dgm:t>
        <a:bodyPr/>
        <a:lstStyle/>
        <a:p>
          <a:r>
            <a:rPr lang="en-US"/>
            <a:t>Dependence on Cloud Service Providers (CSPs).</a:t>
          </a:r>
          <a:endParaRPr lang="en-IN"/>
        </a:p>
      </dgm:t>
    </dgm:pt>
    <dgm:pt modelId="{C7FFEC03-3C15-4D2B-BA09-A0C82A0DA309}" type="parTrans" cxnId="{C4724A70-A0CE-413F-BBE4-51FEE04ABBA1}">
      <dgm:prSet/>
      <dgm:spPr/>
      <dgm:t>
        <a:bodyPr/>
        <a:lstStyle/>
        <a:p>
          <a:endParaRPr lang="en-IN"/>
        </a:p>
      </dgm:t>
    </dgm:pt>
    <dgm:pt modelId="{99263508-D6A7-4884-9D8D-948DD814B0A9}" type="sibTrans" cxnId="{C4724A70-A0CE-413F-BBE4-51FEE04ABBA1}">
      <dgm:prSet/>
      <dgm:spPr/>
      <dgm:t>
        <a:bodyPr/>
        <a:lstStyle/>
        <a:p>
          <a:endParaRPr lang="en-IN"/>
        </a:p>
      </dgm:t>
    </dgm:pt>
    <dgm:pt modelId="{803C80A5-6684-4C23-9904-E25976D50B02}">
      <dgm:prSet/>
      <dgm:spPr/>
      <dgm:t>
        <a:bodyPr/>
        <a:lstStyle/>
        <a:p>
          <a:r>
            <a:rPr lang="en-US"/>
            <a:t>Data volatility and integrity concerns.</a:t>
          </a:r>
          <a:endParaRPr lang="en-IN"/>
        </a:p>
      </dgm:t>
    </dgm:pt>
    <dgm:pt modelId="{19897236-5254-4010-A146-5F1C74B87668}" type="parTrans" cxnId="{4F297FE3-9891-429D-99DB-2DCB1EDFE420}">
      <dgm:prSet/>
      <dgm:spPr/>
      <dgm:t>
        <a:bodyPr/>
        <a:lstStyle/>
        <a:p>
          <a:endParaRPr lang="en-IN"/>
        </a:p>
      </dgm:t>
    </dgm:pt>
    <dgm:pt modelId="{56A064F2-DF51-4E41-ABD5-458F1B216680}" type="sibTrans" cxnId="{4F297FE3-9891-429D-99DB-2DCB1EDFE420}">
      <dgm:prSet/>
      <dgm:spPr/>
      <dgm:t>
        <a:bodyPr/>
        <a:lstStyle/>
        <a:p>
          <a:endParaRPr lang="en-IN"/>
        </a:p>
      </dgm:t>
    </dgm:pt>
    <dgm:pt modelId="{F4E2E103-1548-4307-9ED5-5D681A19FA85}" type="pres">
      <dgm:prSet presAssocID="{9D6EA61F-8697-45DD-8214-D73875CF9FA1}" presName="matrix" presStyleCnt="0">
        <dgm:presLayoutVars>
          <dgm:chMax val="1"/>
          <dgm:dir/>
          <dgm:resizeHandles val="exact"/>
        </dgm:presLayoutVars>
      </dgm:prSet>
      <dgm:spPr/>
    </dgm:pt>
    <dgm:pt modelId="{17FF80EF-9B09-4C53-B5BA-FF7A9D8A7267}" type="pres">
      <dgm:prSet presAssocID="{9D6EA61F-8697-45DD-8214-D73875CF9FA1}" presName="diamond" presStyleLbl="bgShp" presStyleIdx="0" presStyleCnt="1"/>
      <dgm:spPr/>
    </dgm:pt>
    <dgm:pt modelId="{319111DE-D0BA-44D1-85F8-DC9BB4B7D797}" type="pres">
      <dgm:prSet presAssocID="{9D6EA61F-8697-45DD-8214-D73875CF9FA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CE6694-FE19-48BB-A705-2F6C59FB00AF}" type="pres">
      <dgm:prSet presAssocID="{9D6EA61F-8697-45DD-8214-D73875CF9FA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B9636DA-406F-4EA4-9A3E-B8520B804C2B}" type="pres">
      <dgm:prSet presAssocID="{9D6EA61F-8697-45DD-8214-D73875CF9FA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2D43F46-7A44-413B-8E23-B0A52DB5C5BB}" type="pres">
      <dgm:prSet presAssocID="{9D6EA61F-8697-45DD-8214-D73875CF9FA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D59602-324E-47A7-A255-A6AE9DB58600}" type="presOf" srcId="{803C80A5-6684-4C23-9904-E25976D50B02}" destId="{C2D43F46-7A44-413B-8E23-B0A52DB5C5BB}" srcOrd="0" destOrd="0" presId="urn:microsoft.com/office/officeart/2005/8/layout/matrix3"/>
    <dgm:cxn modelId="{CC603D2C-8BEF-4BC3-B748-7CBF3FBDEB46}" type="presOf" srcId="{CD97410B-85A4-4199-A400-38A151A916B7}" destId="{319111DE-D0BA-44D1-85F8-DC9BB4B7D797}" srcOrd="0" destOrd="0" presId="urn:microsoft.com/office/officeart/2005/8/layout/matrix3"/>
    <dgm:cxn modelId="{AA917C30-8350-4CAE-9F5D-16B80B6B63B4}" srcId="{9D6EA61F-8697-45DD-8214-D73875CF9FA1}" destId="{CD97410B-85A4-4199-A400-38A151A916B7}" srcOrd="0" destOrd="0" parTransId="{302155C4-670E-4E73-AFA4-CA50016FBD97}" sibTransId="{6E94F5E0-8E24-405B-BB03-1D566DE30F91}"/>
    <dgm:cxn modelId="{42A1623A-252E-402C-BBA7-F9A323E86099}" type="presOf" srcId="{117CAA1B-9940-4058-B4DA-9B3F53EFA314}" destId="{6B9636DA-406F-4EA4-9A3E-B8520B804C2B}" srcOrd="0" destOrd="0" presId="urn:microsoft.com/office/officeart/2005/8/layout/matrix3"/>
    <dgm:cxn modelId="{C4724A70-A0CE-413F-BBE4-51FEE04ABBA1}" srcId="{9D6EA61F-8697-45DD-8214-D73875CF9FA1}" destId="{117CAA1B-9940-4058-B4DA-9B3F53EFA314}" srcOrd="2" destOrd="0" parTransId="{C7FFEC03-3C15-4D2B-BA09-A0C82A0DA309}" sibTransId="{99263508-D6A7-4884-9D8D-948DD814B0A9}"/>
    <dgm:cxn modelId="{9E078698-9356-42F0-8FD3-93A4D9E4396F}" type="presOf" srcId="{385073A0-FB95-42FF-AD71-3263C6A40A01}" destId="{8ACE6694-FE19-48BB-A705-2F6C59FB00AF}" srcOrd="0" destOrd="0" presId="urn:microsoft.com/office/officeart/2005/8/layout/matrix3"/>
    <dgm:cxn modelId="{F369B2B4-4B88-43BA-B86C-20CAA3FE4C01}" srcId="{9D6EA61F-8697-45DD-8214-D73875CF9FA1}" destId="{385073A0-FB95-42FF-AD71-3263C6A40A01}" srcOrd="1" destOrd="0" parTransId="{4A82F60B-C898-4005-814E-BE5CD5162D59}" sibTransId="{DF453F7E-5291-4D64-9DFC-D7AE6CE4479A}"/>
    <dgm:cxn modelId="{194A80B9-7E8C-4EA0-8431-B3D4C4C3E604}" type="presOf" srcId="{9D6EA61F-8697-45DD-8214-D73875CF9FA1}" destId="{F4E2E103-1548-4307-9ED5-5D681A19FA85}" srcOrd="0" destOrd="0" presId="urn:microsoft.com/office/officeart/2005/8/layout/matrix3"/>
    <dgm:cxn modelId="{4F297FE3-9891-429D-99DB-2DCB1EDFE420}" srcId="{9D6EA61F-8697-45DD-8214-D73875CF9FA1}" destId="{803C80A5-6684-4C23-9904-E25976D50B02}" srcOrd="3" destOrd="0" parTransId="{19897236-5254-4010-A146-5F1C74B87668}" sibTransId="{56A064F2-DF51-4E41-ABD5-458F1B216680}"/>
    <dgm:cxn modelId="{3D80C4AE-830F-41D6-BB5B-8DDFF66FBDA1}" type="presParOf" srcId="{F4E2E103-1548-4307-9ED5-5D681A19FA85}" destId="{17FF80EF-9B09-4C53-B5BA-FF7A9D8A7267}" srcOrd="0" destOrd="0" presId="urn:microsoft.com/office/officeart/2005/8/layout/matrix3"/>
    <dgm:cxn modelId="{BBD57B45-46D1-4275-B7FE-CBB6D8E33A04}" type="presParOf" srcId="{F4E2E103-1548-4307-9ED5-5D681A19FA85}" destId="{319111DE-D0BA-44D1-85F8-DC9BB4B7D797}" srcOrd="1" destOrd="0" presId="urn:microsoft.com/office/officeart/2005/8/layout/matrix3"/>
    <dgm:cxn modelId="{A4FD113C-C5F8-4492-B732-F387AEE5DC51}" type="presParOf" srcId="{F4E2E103-1548-4307-9ED5-5D681A19FA85}" destId="{8ACE6694-FE19-48BB-A705-2F6C59FB00AF}" srcOrd="2" destOrd="0" presId="urn:microsoft.com/office/officeart/2005/8/layout/matrix3"/>
    <dgm:cxn modelId="{7FC4BF67-B900-4440-B705-3E2FC9FA8598}" type="presParOf" srcId="{F4E2E103-1548-4307-9ED5-5D681A19FA85}" destId="{6B9636DA-406F-4EA4-9A3E-B8520B804C2B}" srcOrd="3" destOrd="0" presId="urn:microsoft.com/office/officeart/2005/8/layout/matrix3"/>
    <dgm:cxn modelId="{D9EE6E33-43DF-4A1E-8B26-F7B6E0748515}" type="presParOf" srcId="{F4E2E103-1548-4307-9ED5-5D681A19FA85}" destId="{C2D43F46-7A44-413B-8E23-B0A52DB5C5B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9AC251-A782-4C1F-8EB7-021DA6E70E7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08745A6-20ED-48F4-AC7E-4F89383B59E5}">
      <dgm:prSet/>
      <dgm:spPr/>
      <dgm:t>
        <a:bodyPr/>
        <a:lstStyle/>
        <a:p>
          <a:r>
            <a:rPr lang="en-IN" b="1" dirty="0"/>
            <a:t>Data Carving:</a:t>
          </a:r>
          <a:r>
            <a:rPr lang="en-IN" dirty="0"/>
            <a:t> Advanced file recovery from unallocated space, even when metadata is lost. Uses pattern recognition (headers/footers) to reconstruct files like documents or images.</a:t>
          </a:r>
        </a:p>
      </dgm:t>
    </dgm:pt>
    <dgm:pt modelId="{CAC93182-65D3-46DF-AE62-159D6112D9DB}" type="parTrans" cxnId="{08171C1F-7E99-482B-B532-BD639567026F}">
      <dgm:prSet/>
      <dgm:spPr/>
      <dgm:t>
        <a:bodyPr/>
        <a:lstStyle/>
        <a:p>
          <a:endParaRPr lang="en-IN"/>
        </a:p>
      </dgm:t>
    </dgm:pt>
    <dgm:pt modelId="{2D235797-7BF2-4BD8-8413-D4CC9D5A2571}" type="sibTrans" cxnId="{08171C1F-7E99-482B-B532-BD639567026F}">
      <dgm:prSet/>
      <dgm:spPr/>
      <dgm:t>
        <a:bodyPr/>
        <a:lstStyle/>
        <a:p>
          <a:endParaRPr lang="en-IN"/>
        </a:p>
      </dgm:t>
    </dgm:pt>
    <dgm:pt modelId="{5BBC3759-7EEA-414C-A536-D65FFC02B5E8}">
      <dgm:prSet/>
      <dgm:spPr/>
      <dgm:t>
        <a:bodyPr/>
        <a:lstStyle/>
        <a:p>
          <a:r>
            <a:rPr lang="en-IN" b="1" dirty="0"/>
            <a:t>Network Forensics:</a:t>
          </a:r>
          <a:r>
            <a:rPr lang="en-IN" dirty="0"/>
            <a:t> Analyzes cloud traffic for attacks; captures packets (e.g., Wireshark), examines flow logs (NetFlow), and detects anomalies in virtual networks.</a:t>
          </a:r>
        </a:p>
      </dgm:t>
    </dgm:pt>
    <dgm:pt modelId="{60CA1815-BB2D-44BF-ACCC-FDAAF15DBD68}" type="parTrans" cxnId="{59B92937-76A2-451C-9E36-1F657CF11B01}">
      <dgm:prSet/>
      <dgm:spPr/>
      <dgm:t>
        <a:bodyPr/>
        <a:lstStyle/>
        <a:p>
          <a:endParaRPr lang="en-IN"/>
        </a:p>
      </dgm:t>
    </dgm:pt>
    <dgm:pt modelId="{64B31930-8B60-48E2-AC4B-09B9DC9883BD}" type="sibTrans" cxnId="{59B92937-76A2-451C-9E36-1F657CF11B01}">
      <dgm:prSet/>
      <dgm:spPr/>
      <dgm:t>
        <a:bodyPr/>
        <a:lstStyle/>
        <a:p>
          <a:endParaRPr lang="en-IN"/>
        </a:p>
      </dgm:t>
    </dgm:pt>
    <dgm:pt modelId="{3F2E9F39-9E31-442F-9957-D414C2AB9291}">
      <dgm:prSet/>
      <dgm:spPr/>
      <dgm:t>
        <a:bodyPr/>
        <a:lstStyle/>
        <a:p>
          <a:r>
            <a:rPr lang="en-IN" b="1" dirty="0"/>
            <a:t>Live Forensics:</a:t>
          </a:r>
          <a:r>
            <a:rPr lang="en-IN" dirty="0"/>
            <a:t> Extracts volatile data (RAM, processes) pre-deletion via tools like Volatility. Critical for ephemeral cloud instances where evidence disappears after shutdown.</a:t>
          </a:r>
        </a:p>
      </dgm:t>
    </dgm:pt>
    <dgm:pt modelId="{154B630D-F6D1-483A-8D96-3B0BE8D1F753}" type="parTrans" cxnId="{33EDE57D-9F0D-4EF1-9E72-A7F3ED2DC8E6}">
      <dgm:prSet/>
      <dgm:spPr/>
      <dgm:t>
        <a:bodyPr/>
        <a:lstStyle/>
        <a:p>
          <a:endParaRPr lang="en-IN"/>
        </a:p>
      </dgm:t>
    </dgm:pt>
    <dgm:pt modelId="{35D485BD-0818-4AFF-8069-0B94BCB1910B}" type="sibTrans" cxnId="{33EDE57D-9F0D-4EF1-9E72-A7F3ED2DC8E6}">
      <dgm:prSet/>
      <dgm:spPr/>
      <dgm:t>
        <a:bodyPr/>
        <a:lstStyle/>
        <a:p>
          <a:endParaRPr lang="en-IN"/>
        </a:p>
      </dgm:t>
    </dgm:pt>
    <dgm:pt modelId="{AC96A0B4-4EFE-4981-A606-42E8CCE49F86}" type="pres">
      <dgm:prSet presAssocID="{8B9AC251-A782-4C1F-8EB7-021DA6E70E76}" presName="linearFlow" presStyleCnt="0">
        <dgm:presLayoutVars>
          <dgm:dir/>
          <dgm:resizeHandles val="exact"/>
        </dgm:presLayoutVars>
      </dgm:prSet>
      <dgm:spPr/>
    </dgm:pt>
    <dgm:pt modelId="{7ECB6D29-D0D7-4B78-A2DE-4249A557F47C}" type="pres">
      <dgm:prSet presAssocID="{208745A6-20ED-48F4-AC7E-4F89383B59E5}" presName="composite" presStyleCnt="0"/>
      <dgm:spPr/>
    </dgm:pt>
    <dgm:pt modelId="{E16D6D9E-DC05-484D-95A6-F4FCF57DD251}" type="pres">
      <dgm:prSet presAssocID="{208745A6-20ED-48F4-AC7E-4F89383B59E5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</dgm:pt>
    <dgm:pt modelId="{EF045BED-A63E-4252-A9BF-E7A0433172F4}" type="pres">
      <dgm:prSet presAssocID="{208745A6-20ED-48F4-AC7E-4F89383B59E5}" presName="txShp" presStyleLbl="node1" presStyleIdx="0" presStyleCnt="3">
        <dgm:presLayoutVars>
          <dgm:bulletEnabled val="1"/>
        </dgm:presLayoutVars>
      </dgm:prSet>
      <dgm:spPr/>
    </dgm:pt>
    <dgm:pt modelId="{2619C106-A5D0-4331-92D3-5D9067F6C1C3}" type="pres">
      <dgm:prSet presAssocID="{2D235797-7BF2-4BD8-8413-D4CC9D5A2571}" presName="spacing" presStyleCnt="0"/>
      <dgm:spPr/>
    </dgm:pt>
    <dgm:pt modelId="{70A33AED-412F-44EF-91A6-173BE9209E1A}" type="pres">
      <dgm:prSet presAssocID="{5BBC3759-7EEA-414C-A536-D65FFC02B5E8}" presName="composite" presStyleCnt="0"/>
      <dgm:spPr/>
    </dgm:pt>
    <dgm:pt modelId="{027BA4C5-2620-4B34-9D80-E72D5AF0664A}" type="pres">
      <dgm:prSet presAssocID="{5BBC3759-7EEA-414C-A536-D65FFC02B5E8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</dgm:spPr>
    </dgm:pt>
    <dgm:pt modelId="{BE9A155B-E392-45AA-ADF6-396E6FA6CBCB}" type="pres">
      <dgm:prSet presAssocID="{5BBC3759-7EEA-414C-A536-D65FFC02B5E8}" presName="txShp" presStyleLbl="node1" presStyleIdx="1" presStyleCnt="3">
        <dgm:presLayoutVars>
          <dgm:bulletEnabled val="1"/>
        </dgm:presLayoutVars>
      </dgm:prSet>
      <dgm:spPr/>
    </dgm:pt>
    <dgm:pt modelId="{644200A8-CDA3-4AA1-8B77-6E1FBA3265C4}" type="pres">
      <dgm:prSet presAssocID="{64B31930-8B60-48E2-AC4B-09B9DC9883BD}" presName="spacing" presStyleCnt="0"/>
      <dgm:spPr/>
    </dgm:pt>
    <dgm:pt modelId="{16C11681-49FE-4A50-9897-52DCA6157AEC}" type="pres">
      <dgm:prSet presAssocID="{3F2E9F39-9E31-442F-9957-D414C2AB9291}" presName="composite" presStyleCnt="0"/>
      <dgm:spPr/>
    </dgm:pt>
    <dgm:pt modelId="{A024551C-5EB2-4E63-8A8E-714D92E58BFD}" type="pres">
      <dgm:prSet presAssocID="{3F2E9F39-9E31-442F-9957-D414C2AB9291}" presName="imgShp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</dgm:pt>
    <dgm:pt modelId="{C904FDEB-DC34-45E3-8BB3-C7F8C4D4F8AB}" type="pres">
      <dgm:prSet presAssocID="{3F2E9F39-9E31-442F-9957-D414C2AB9291}" presName="txShp" presStyleLbl="node1" presStyleIdx="2" presStyleCnt="3">
        <dgm:presLayoutVars>
          <dgm:bulletEnabled val="1"/>
        </dgm:presLayoutVars>
      </dgm:prSet>
      <dgm:spPr/>
    </dgm:pt>
  </dgm:ptLst>
  <dgm:cxnLst>
    <dgm:cxn modelId="{3047BD0C-FFB6-43DA-B28B-B2F458E94640}" type="presOf" srcId="{3F2E9F39-9E31-442F-9957-D414C2AB9291}" destId="{C904FDEB-DC34-45E3-8BB3-C7F8C4D4F8AB}" srcOrd="0" destOrd="0" presId="urn:microsoft.com/office/officeart/2005/8/layout/vList3"/>
    <dgm:cxn modelId="{08171C1F-7E99-482B-B532-BD639567026F}" srcId="{8B9AC251-A782-4C1F-8EB7-021DA6E70E76}" destId="{208745A6-20ED-48F4-AC7E-4F89383B59E5}" srcOrd="0" destOrd="0" parTransId="{CAC93182-65D3-46DF-AE62-159D6112D9DB}" sibTransId="{2D235797-7BF2-4BD8-8413-D4CC9D5A2571}"/>
    <dgm:cxn modelId="{59B92937-76A2-451C-9E36-1F657CF11B01}" srcId="{8B9AC251-A782-4C1F-8EB7-021DA6E70E76}" destId="{5BBC3759-7EEA-414C-A536-D65FFC02B5E8}" srcOrd="1" destOrd="0" parTransId="{60CA1815-BB2D-44BF-ACCC-FDAAF15DBD68}" sibTransId="{64B31930-8B60-48E2-AC4B-09B9DC9883BD}"/>
    <dgm:cxn modelId="{33EDE57D-9F0D-4EF1-9E72-A7F3ED2DC8E6}" srcId="{8B9AC251-A782-4C1F-8EB7-021DA6E70E76}" destId="{3F2E9F39-9E31-442F-9957-D414C2AB9291}" srcOrd="2" destOrd="0" parTransId="{154B630D-F6D1-483A-8D96-3B0BE8D1F753}" sibTransId="{35D485BD-0818-4AFF-8069-0B94BCB1910B}"/>
    <dgm:cxn modelId="{889DF58F-A49D-4792-9BFE-B4E80D8042E1}" type="presOf" srcId="{8B9AC251-A782-4C1F-8EB7-021DA6E70E76}" destId="{AC96A0B4-4EFE-4981-A606-42E8CCE49F86}" srcOrd="0" destOrd="0" presId="urn:microsoft.com/office/officeart/2005/8/layout/vList3"/>
    <dgm:cxn modelId="{32DD3190-8FBE-42A4-AAB0-99EB735303C5}" type="presOf" srcId="{208745A6-20ED-48F4-AC7E-4F89383B59E5}" destId="{EF045BED-A63E-4252-A9BF-E7A0433172F4}" srcOrd="0" destOrd="0" presId="urn:microsoft.com/office/officeart/2005/8/layout/vList3"/>
    <dgm:cxn modelId="{2C4E2FFF-3EA9-4976-84E7-D8E4D689D5A2}" type="presOf" srcId="{5BBC3759-7EEA-414C-A536-D65FFC02B5E8}" destId="{BE9A155B-E392-45AA-ADF6-396E6FA6CBCB}" srcOrd="0" destOrd="0" presId="urn:microsoft.com/office/officeart/2005/8/layout/vList3"/>
    <dgm:cxn modelId="{A05E1562-20B2-4362-BD54-7782E07726FE}" type="presParOf" srcId="{AC96A0B4-4EFE-4981-A606-42E8CCE49F86}" destId="{7ECB6D29-D0D7-4B78-A2DE-4249A557F47C}" srcOrd="0" destOrd="0" presId="urn:microsoft.com/office/officeart/2005/8/layout/vList3"/>
    <dgm:cxn modelId="{4C4F6E6C-AFFF-4FDB-A4A6-7FD305AAAE5F}" type="presParOf" srcId="{7ECB6D29-D0D7-4B78-A2DE-4249A557F47C}" destId="{E16D6D9E-DC05-484D-95A6-F4FCF57DD251}" srcOrd="0" destOrd="0" presId="urn:microsoft.com/office/officeart/2005/8/layout/vList3"/>
    <dgm:cxn modelId="{D0183601-252F-4101-87C5-10B4CC3EE05D}" type="presParOf" srcId="{7ECB6D29-D0D7-4B78-A2DE-4249A557F47C}" destId="{EF045BED-A63E-4252-A9BF-E7A0433172F4}" srcOrd="1" destOrd="0" presId="urn:microsoft.com/office/officeart/2005/8/layout/vList3"/>
    <dgm:cxn modelId="{870A75D5-E7A7-4A42-82EC-A731196AB0C6}" type="presParOf" srcId="{AC96A0B4-4EFE-4981-A606-42E8CCE49F86}" destId="{2619C106-A5D0-4331-92D3-5D9067F6C1C3}" srcOrd="1" destOrd="0" presId="urn:microsoft.com/office/officeart/2005/8/layout/vList3"/>
    <dgm:cxn modelId="{7355A89C-D295-4E41-B480-EA50E13D612A}" type="presParOf" srcId="{AC96A0B4-4EFE-4981-A606-42E8CCE49F86}" destId="{70A33AED-412F-44EF-91A6-173BE9209E1A}" srcOrd="2" destOrd="0" presId="urn:microsoft.com/office/officeart/2005/8/layout/vList3"/>
    <dgm:cxn modelId="{4B2F940D-A99E-48E3-AA60-C240BD6369BD}" type="presParOf" srcId="{70A33AED-412F-44EF-91A6-173BE9209E1A}" destId="{027BA4C5-2620-4B34-9D80-E72D5AF0664A}" srcOrd="0" destOrd="0" presId="urn:microsoft.com/office/officeart/2005/8/layout/vList3"/>
    <dgm:cxn modelId="{9B2B4B37-56E4-4668-A812-40DA3C460A5B}" type="presParOf" srcId="{70A33AED-412F-44EF-91A6-173BE9209E1A}" destId="{BE9A155B-E392-45AA-ADF6-396E6FA6CBCB}" srcOrd="1" destOrd="0" presId="urn:microsoft.com/office/officeart/2005/8/layout/vList3"/>
    <dgm:cxn modelId="{6AB04EFB-711C-4756-9523-38CD2F5C9C9B}" type="presParOf" srcId="{AC96A0B4-4EFE-4981-A606-42E8CCE49F86}" destId="{644200A8-CDA3-4AA1-8B77-6E1FBA3265C4}" srcOrd="3" destOrd="0" presId="urn:microsoft.com/office/officeart/2005/8/layout/vList3"/>
    <dgm:cxn modelId="{442F1C96-C735-414B-BCDA-2AFA8FBD93AE}" type="presParOf" srcId="{AC96A0B4-4EFE-4981-A606-42E8CCE49F86}" destId="{16C11681-49FE-4A50-9897-52DCA6157AEC}" srcOrd="4" destOrd="0" presId="urn:microsoft.com/office/officeart/2005/8/layout/vList3"/>
    <dgm:cxn modelId="{F61F5500-9CC4-4815-A44D-C3652ADECEC2}" type="presParOf" srcId="{16C11681-49FE-4A50-9897-52DCA6157AEC}" destId="{A024551C-5EB2-4E63-8A8E-714D92E58BFD}" srcOrd="0" destOrd="0" presId="urn:microsoft.com/office/officeart/2005/8/layout/vList3"/>
    <dgm:cxn modelId="{11A5BCD8-F0B7-4BEE-B429-03F2D327DC1A}" type="presParOf" srcId="{16C11681-49FE-4A50-9897-52DCA6157AEC}" destId="{C904FDEB-DC34-45E3-8BB3-C7F8C4D4F8A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4B1115-0215-47FE-8793-4E52892689E2}" type="doc">
      <dgm:prSet loTypeId="urn:microsoft.com/office/officeart/2005/8/layout/chevronAccent+Icon" loCatId="officeonline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65B2BE0-DF85-4755-9E5D-6A2EC35031FB}">
      <dgm:prSet/>
      <dgm:spPr/>
      <dgm:t>
        <a:bodyPr/>
        <a:lstStyle/>
        <a:p>
          <a:r>
            <a:rPr lang="en-IN" b="1" dirty="0"/>
            <a:t>Open-Source:</a:t>
          </a:r>
          <a:r>
            <a:rPr lang="en-IN" dirty="0"/>
            <a:t> Sleuth Kit, Autopsy, Volatility, OSQuery.</a:t>
          </a:r>
        </a:p>
      </dgm:t>
    </dgm:pt>
    <dgm:pt modelId="{3461C7E5-9461-492E-887B-C7CC893CCAF8}" type="parTrans" cxnId="{A7854BDB-07A9-4CAC-813C-0236EEE79F2D}">
      <dgm:prSet/>
      <dgm:spPr/>
      <dgm:t>
        <a:bodyPr/>
        <a:lstStyle/>
        <a:p>
          <a:endParaRPr lang="en-IN"/>
        </a:p>
      </dgm:t>
    </dgm:pt>
    <dgm:pt modelId="{03F78543-CD51-4FCE-8EDF-A3D2E565F5AF}" type="sibTrans" cxnId="{A7854BDB-07A9-4CAC-813C-0236EEE79F2D}">
      <dgm:prSet/>
      <dgm:spPr/>
      <dgm:t>
        <a:bodyPr/>
        <a:lstStyle/>
        <a:p>
          <a:endParaRPr lang="en-IN"/>
        </a:p>
      </dgm:t>
    </dgm:pt>
    <dgm:pt modelId="{EA602650-C07A-4133-9992-80D0ABD26B07}">
      <dgm:prSet/>
      <dgm:spPr/>
      <dgm:t>
        <a:bodyPr/>
        <a:lstStyle/>
        <a:p>
          <a:r>
            <a:rPr lang="en-IN" b="1"/>
            <a:t>Commercial:</a:t>
          </a:r>
          <a:r>
            <a:rPr lang="en-IN"/>
            <a:t> Oxygen Forensic Detective, Magnet AXIOM, FTK.</a:t>
          </a:r>
        </a:p>
      </dgm:t>
    </dgm:pt>
    <dgm:pt modelId="{85B97488-3FF3-4094-B39A-09F65B96A690}" type="parTrans" cxnId="{6DF1BA0F-6FBC-45CC-A1DB-A04972768BAD}">
      <dgm:prSet/>
      <dgm:spPr/>
      <dgm:t>
        <a:bodyPr/>
        <a:lstStyle/>
        <a:p>
          <a:endParaRPr lang="en-IN"/>
        </a:p>
      </dgm:t>
    </dgm:pt>
    <dgm:pt modelId="{338B0A36-25F0-45AE-80C9-6FC0B5D17CCC}" type="sibTrans" cxnId="{6DF1BA0F-6FBC-45CC-A1DB-A04972768BAD}">
      <dgm:prSet/>
      <dgm:spPr/>
      <dgm:t>
        <a:bodyPr/>
        <a:lstStyle/>
        <a:p>
          <a:endParaRPr lang="en-IN"/>
        </a:p>
      </dgm:t>
    </dgm:pt>
    <dgm:pt modelId="{61ABB6F0-668D-4E56-9D9D-49249A858896}">
      <dgm:prSet/>
      <dgm:spPr/>
      <dgm:t>
        <a:bodyPr/>
        <a:lstStyle/>
        <a:p>
          <a:r>
            <a:rPr lang="en-IN" b="1"/>
            <a:t>Cloud-Native:</a:t>
          </a:r>
          <a:r>
            <a:rPr lang="en-IN"/>
            <a:t> AWS CloudTrail, Azure Monitor, GCP Audit Logs.</a:t>
          </a:r>
        </a:p>
      </dgm:t>
    </dgm:pt>
    <dgm:pt modelId="{0D3AF2CF-ACEE-4F96-8819-A9B63B713D4A}" type="parTrans" cxnId="{F85FEA83-5B30-4A54-91F6-03C0BFC4E77F}">
      <dgm:prSet/>
      <dgm:spPr/>
      <dgm:t>
        <a:bodyPr/>
        <a:lstStyle/>
        <a:p>
          <a:endParaRPr lang="en-IN"/>
        </a:p>
      </dgm:t>
    </dgm:pt>
    <dgm:pt modelId="{E84182D6-4EE9-46B8-AC77-9992949DE574}" type="sibTrans" cxnId="{F85FEA83-5B30-4A54-91F6-03C0BFC4E77F}">
      <dgm:prSet/>
      <dgm:spPr/>
      <dgm:t>
        <a:bodyPr/>
        <a:lstStyle/>
        <a:p>
          <a:endParaRPr lang="en-IN"/>
        </a:p>
      </dgm:t>
    </dgm:pt>
    <dgm:pt modelId="{D9286FB0-00DD-43EC-BD3F-9591D7340650}" type="pres">
      <dgm:prSet presAssocID="{304B1115-0215-47FE-8793-4E52892689E2}" presName="Name0" presStyleCnt="0">
        <dgm:presLayoutVars>
          <dgm:dir/>
          <dgm:resizeHandles val="exact"/>
        </dgm:presLayoutVars>
      </dgm:prSet>
      <dgm:spPr/>
    </dgm:pt>
    <dgm:pt modelId="{89D80C6A-4460-4269-8732-2B767274FB03}" type="pres">
      <dgm:prSet presAssocID="{E65B2BE0-DF85-4755-9E5D-6A2EC35031FB}" presName="composite" presStyleCnt="0"/>
      <dgm:spPr/>
    </dgm:pt>
    <dgm:pt modelId="{4420AE82-B0A6-4C27-AD93-D7DF8DF9A275}" type="pres">
      <dgm:prSet presAssocID="{E65B2BE0-DF85-4755-9E5D-6A2EC35031FB}" presName="bgChev" presStyleLbl="node1" presStyleIdx="0" presStyleCnt="3"/>
      <dgm:spPr/>
    </dgm:pt>
    <dgm:pt modelId="{D31FD5F6-B1C4-4F4F-8269-11935F833C7C}" type="pres">
      <dgm:prSet presAssocID="{E65B2BE0-DF85-4755-9E5D-6A2EC35031FB}" presName="txNode" presStyleLbl="fgAcc1" presStyleIdx="0" presStyleCnt="3">
        <dgm:presLayoutVars>
          <dgm:bulletEnabled val="1"/>
        </dgm:presLayoutVars>
      </dgm:prSet>
      <dgm:spPr/>
    </dgm:pt>
    <dgm:pt modelId="{9B241055-1275-4727-BBC8-4747F73430FE}" type="pres">
      <dgm:prSet presAssocID="{03F78543-CD51-4FCE-8EDF-A3D2E565F5AF}" presName="compositeSpace" presStyleCnt="0"/>
      <dgm:spPr/>
    </dgm:pt>
    <dgm:pt modelId="{28B68030-7B35-43EA-9F82-1511A938B5AD}" type="pres">
      <dgm:prSet presAssocID="{EA602650-C07A-4133-9992-80D0ABD26B07}" presName="composite" presStyleCnt="0"/>
      <dgm:spPr/>
    </dgm:pt>
    <dgm:pt modelId="{2B22921D-481E-4EF0-BD46-03CAFF5DF40B}" type="pres">
      <dgm:prSet presAssocID="{EA602650-C07A-4133-9992-80D0ABD26B07}" presName="bgChev" presStyleLbl="node1" presStyleIdx="1" presStyleCnt="3"/>
      <dgm:spPr/>
    </dgm:pt>
    <dgm:pt modelId="{074B9E53-FC6A-447C-BC63-ED0D93CDEAB0}" type="pres">
      <dgm:prSet presAssocID="{EA602650-C07A-4133-9992-80D0ABD26B07}" presName="txNode" presStyleLbl="fgAcc1" presStyleIdx="1" presStyleCnt="3">
        <dgm:presLayoutVars>
          <dgm:bulletEnabled val="1"/>
        </dgm:presLayoutVars>
      </dgm:prSet>
      <dgm:spPr/>
    </dgm:pt>
    <dgm:pt modelId="{B6C94A73-5A6F-45EC-AD86-0A3B00CA5D44}" type="pres">
      <dgm:prSet presAssocID="{338B0A36-25F0-45AE-80C9-6FC0B5D17CCC}" presName="compositeSpace" presStyleCnt="0"/>
      <dgm:spPr/>
    </dgm:pt>
    <dgm:pt modelId="{46E5D63D-71B1-430C-AC3E-89BF835022C6}" type="pres">
      <dgm:prSet presAssocID="{61ABB6F0-668D-4E56-9D9D-49249A858896}" presName="composite" presStyleCnt="0"/>
      <dgm:spPr/>
    </dgm:pt>
    <dgm:pt modelId="{F8EE0FFD-1499-4F8E-A581-5A048AE97861}" type="pres">
      <dgm:prSet presAssocID="{61ABB6F0-668D-4E56-9D9D-49249A858896}" presName="bgChev" presStyleLbl="node1" presStyleIdx="2" presStyleCnt="3"/>
      <dgm:spPr/>
    </dgm:pt>
    <dgm:pt modelId="{91FC1944-7630-4409-83FF-693D44D490FE}" type="pres">
      <dgm:prSet presAssocID="{61ABB6F0-668D-4E56-9D9D-49249A858896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6DF1BA0F-6FBC-45CC-A1DB-A04972768BAD}" srcId="{304B1115-0215-47FE-8793-4E52892689E2}" destId="{EA602650-C07A-4133-9992-80D0ABD26B07}" srcOrd="1" destOrd="0" parTransId="{85B97488-3FF3-4094-B39A-09F65B96A690}" sibTransId="{338B0A36-25F0-45AE-80C9-6FC0B5D17CCC}"/>
    <dgm:cxn modelId="{F21CFE65-9038-4628-BEAB-1FA6CD18C391}" type="presOf" srcId="{61ABB6F0-668D-4E56-9D9D-49249A858896}" destId="{91FC1944-7630-4409-83FF-693D44D490FE}" srcOrd="0" destOrd="0" presId="urn:microsoft.com/office/officeart/2005/8/layout/chevronAccent+Icon"/>
    <dgm:cxn modelId="{CFBE1569-8AED-475C-92FD-DAF541675DF8}" type="presOf" srcId="{EA602650-C07A-4133-9992-80D0ABD26B07}" destId="{074B9E53-FC6A-447C-BC63-ED0D93CDEAB0}" srcOrd="0" destOrd="0" presId="urn:microsoft.com/office/officeart/2005/8/layout/chevronAccent+Icon"/>
    <dgm:cxn modelId="{F85FEA83-5B30-4A54-91F6-03C0BFC4E77F}" srcId="{304B1115-0215-47FE-8793-4E52892689E2}" destId="{61ABB6F0-668D-4E56-9D9D-49249A858896}" srcOrd="2" destOrd="0" parTransId="{0D3AF2CF-ACEE-4F96-8819-A9B63B713D4A}" sibTransId="{E84182D6-4EE9-46B8-AC77-9992949DE574}"/>
    <dgm:cxn modelId="{E6ED4BA4-8929-4E17-93C4-61D82EDACB7F}" type="presOf" srcId="{E65B2BE0-DF85-4755-9E5D-6A2EC35031FB}" destId="{D31FD5F6-B1C4-4F4F-8269-11935F833C7C}" srcOrd="0" destOrd="0" presId="urn:microsoft.com/office/officeart/2005/8/layout/chevronAccent+Icon"/>
    <dgm:cxn modelId="{B475B5B0-8D97-46E1-864C-D5B5D6C68D25}" type="presOf" srcId="{304B1115-0215-47FE-8793-4E52892689E2}" destId="{D9286FB0-00DD-43EC-BD3F-9591D7340650}" srcOrd="0" destOrd="0" presId="urn:microsoft.com/office/officeart/2005/8/layout/chevronAccent+Icon"/>
    <dgm:cxn modelId="{A7854BDB-07A9-4CAC-813C-0236EEE79F2D}" srcId="{304B1115-0215-47FE-8793-4E52892689E2}" destId="{E65B2BE0-DF85-4755-9E5D-6A2EC35031FB}" srcOrd="0" destOrd="0" parTransId="{3461C7E5-9461-492E-887B-C7CC893CCAF8}" sibTransId="{03F78543-CD51-4FCE-8EDF-A3D2E565F5AF}"/>
    <dgm:cxn modelId="{9920563A-C54D-478B-825F-69A4214D7408}" type="presParOf" srcId="{D9286FB0-00DD-43EC-BD3F-9591D7340650}" destId="{89D80C6A-4460-4269-8732-2B767274FB03}" srcOrd="0" destOrd="0" presId="urn:microsoft.com/office/officeart/2005/8/layout/chevronAccent+Icon"/>
    <dgm:cxn modelId="{099BA5C5-5DBB-4CBB-992A-7F4E4B4F878B}" type="presParOf" srcId="{89D80C6A-4460-4269-8732-2B767274FB03}" destId="{4420AE82-B0A6-4C27-AD93-D7DF8DF9A275}" srcOrd="0" destOrd="0" presId="urn:microsoft.com/office/officeart/2005/8/layout/chevronAccent+Icon"/>
    <dgm:cxn modelId="{41DE1687-9513-4B22-9500-91FF92FBC9DB}" type="presParOf" srcId="{89D80C6A-4460-4269-8732-2B767274FB03}" destId="{D31FD5F6-B1C4-4F4F-8269-11935F833C7C}" srcOrd="1" destOrd="0" presId="urn:microsoft.com/office/officeart/2005/8/layout/chevronAccent+Icon"/>
    <dgm:cxn modelId="{D262C9C4-32F9-4F11-931E-EC6DE27C2CD8}" type="presParOf" srcId="{D9286FB0-00DD-43EC-BD3F-9591D7340650}" destId="{9B241055-1275-4727-BBC8-4747F73430FE}" srcOrd="1" destOrd="0" presId="urn:microsoft.com/office/officeart/2005/8/layout/chevronAccent+Icon"/>
    <dgm:cxn modelId="{4C6211E6-E23E-4A62-84B6-7823FE773A90}" type="presParOf" srcId="{D9286FB0-00DD-43EC-BD3F-9591D7340650}" destId="{28B68030-7B35-43EA-9F82-1511A938B5AD}" srcOrd="2" destOrd="0" presId="urn:microsoft.com/office/officeart/2005/8/layout/chevronAccent+Icon"/>
    <dgm:cxn modelId="{85150C92-3FCF-420C-9F84-C5420462E172}" type="presParOf" srcId="{28B68030-7B35-43EA-9F82-1511A938B5AD}" destId="{2B22921D-481E-4EF0-BD46-03CAFF5DF40B}" srcOrd="0" destOrd="0" presId="urn:microsoft.com/office/officeart/2005/8/layout/chevronAccent+Icon"/>
    <dgm:cxn modelId="{F20AE2C7-D069-4AFD-A613-82DEF98CEEA9}" type="presParOf" srcId="{28B68030-7B35-43EA-9F82-1511A938B5AD}" destId="{074B9E53-FC6A-447C-BC63-ED0D93CDEAB0}" srcOrd="1" destOrd="0" presId="urn:microsoft.com/office/officeart/2005/8/layout/chevronAccent+Icon"/>
    <dgm:cxn modelId="{BE795FBB-DF62-4EB8-B681-27DC23850D34}" type="presParOf" srcId="{D9286FB0-00DD-43EC-BD3F-9591D7340650}" destId="{B6C94A73-5A6F-45EC-AD86-0A3B00CA5D44}" srcOrd="3" destOrd="0" presId="urn:microsoft.com/office/officeart/2005/8/layout/chevronAccent+Icon"/>
    <dgm:cxn modelId="{A6DF32C5-A658-492E-90F3-CDE0F1733B76}" type="presParOf" srcId="{D9286FB0-00DD-43EC-BD3F-9591D7340650}" destId="{46E5D63D-71B1-430C-AC3E-89BF835022C6}" srcOrd="4" destOrd="0" presId="urn:microsoft.com/office/officeart/2005/8/layout/chevronAccent+Icon"/>
    <dgm:cxn modelId="{C587CCDB-E8B5-4536-A0C5-D170BFF138A3}" type="presParOf" srcId="{46E5D63D-71B1-430C-AC3E-89BF835022C6}" destId="{F8EE0FFD-1499-4F8E-A581-5A048AE97861}" srcOrd="0" destOrd="0" presId="urn:microsoft.com/office/officeart/2005/8/layout/chevronAccent+Icon"/>
    <dgm:cxn modelId="{BDE40D84-2926-46E4-B6A8-51AD90A887C8}" type="presParOf" srcId="{46E5D63D-71B1-430C-AC3E-89BF835022C6}" destId="{91FC1944-7630-4409-83FF-693D44D490FE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D79DC52-12AB-437E-96D8-05BB66748A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7AB3107-82FE-4C9A-B3ED-5EBC7B84909C}">
      <dgm:prSet/>
      <dgm:spPr/>
      <dgm:t>
        <a:bodyPr/>
        <a:lstStyle/>
        <a:p>
          <a:r>
            <a:rPr lang="en-US"/>
            <a:t>Automation in evidence collection/analysis.</a:t>
          </a:r>
          <a:endParaRPr lang="en-IN"/>
        </a:p>
      </dgm:t>
    </dgm:pt>
    <dgm:pt modelId="{6122312D-88CB-4BA7-83DC-290BD06B860F}" type="parTrans" cxnId="{9B85CF17-6343-4435-A28D-DA2417C3CA37}">
      <dgm:prSet/>
      <dgm:spPr/>
      <dgm:t>
        <a:bodyPr/>
        <a:lstStyle/>
        <a:p>
          <a:endParaRPr lang="en-IN"/>
        </a:p>
      </dgm:t>
    </dgm:pt>
    <dgm:pt modelId="{AE984F73-4D78-4A79-BA54-9C5519AF58FC}" type="sibTrans" cxnId="{9B85CF17-6343-4435-A28D-DA2417C3CA37}">
      <dgm:prSet/>
      <dgm:spPr/>
      <dgm:t>
        <a:bodyPr/>
        <a:lstStyle/>
        <a:p>
          <a:endParaRPr lang="en-IN"/>
        </a:p>
      </dgm:t>
    </dgm:pt>
    <dgm:pt modelId="{2F71374D-068F-4794-A6CE-432B34CE6995}">
      <dgm:prSet/>
      <dgm:spPr/>
      <dgm:t>
        <a:bodyPr/>
        <a:lstStyle/>
        <a:p>
          <a:r>
            <a:rPr lang="en-US"/>
            <a:t>AI/ML for anomaly detection.</a:t>
          </a:r>
          <a:endParaRPr lang="en-IN"/>
        </a:p>
      </dgm:t>
    </dgm:pt>
    <dgm:pt modelId="{E27FEC76-047D-4310-9654-8C5EF6C22D80}" type="parTrans" cxnId="{3E5254FB-3A27-4B87-A50B-C317E95BC546}">
      <dgm:prSet/>
      <dgm:spPr/>
      <dgm:t>
        <a:bodyPr/>
        <a:lstStyle/>
        <a:p>
          <a:endParaRPr lang="en-IN"/>
        </a:p>
      </dgm:t>
    </dgm:pt>
    <dgm:pt modelId="{0BEE0F1A-8447-4667-8E07-39634FA34021}" type="sibTrans" cxnId="{3E5254FB-3A27-4B87-A50B-C317E95BC546}">
      <dgm:prSet/>
      <dgm:spPr/>
      <dgm:t>
        <a:bodyPr/>
        <a:lstStyle/>
        <a:p>
          <a:endParaRPr lang="en-IN"/>
        </a:p>
      </dgm:t>
    </dgm:pt>
    <dgm:pt modelId="{8FFEC548-FFCE-4C85-91C7-797325ADD8B4}">
      <dgm:prSet/>
      <dgm:spPr/>
      <dgm:t>
        <a:bodyPr/>
        <a:lstStyle/>
        <a:p>
          <a:r>
            <a:rPr lang="en-US"/>
            <a:t>Blockchain for evidence immutability.</a:t>
          </a:r>
          <a:endParaRPr lang="en-IN"/>
        </a:p>
      </dgm:t>
    </dgm:pt>
    <dgm:pt modelId="{AE3DDC81-2C8C-45E1-B045-C5BE929FA3BA}" type="parTrans" cxnId="{F7C5A6D6-950C-46B5-804E-EF5CD9555DF5}">
      <dgm:prSet/>
      <dgm:spPr/>
      <dgm:t>
        <a:bodyPr/>
        <a:lstStyle/>
        <a:p>
          <a:endParaRPr lang="en-IN"/>
        </a:p>
      </dgm:t>
    </dgm:pt>
    <dgm:pt modelId="{AEBA4A67-DE11-46B8-B76F-7E40B387A979}" type="sibTrans" cxnId="{F7C5A6D6-950C-46B5-804E-EF5CD9555DF5}">
      <dgm:prSet/>
      <dgm:spPr/>
      <dgm:t>
        <a:bodyPr/>
        <a:lstStyle/>
        <a:p>
          <a:endParaRPr lang="en-IN"/>
        </a:p>
      </dgm:t>
    </dgm:pt>
    <dgm:pt modelId="{3D8B65E7-1337-4345-A0D4-07B041133F78}">
      <dgm:prSet/>
      <dgm:spPr/>
      <dgm:t>
        <a:bodyPr/>
        <a:lstStyle/>
        <a:p>
          <a:r>
            <a:rPr lang="en-US"/>
            <a:t>Jurisdictional collaboration frameworks.</a:t>
          </a:r>
          <a:endParaRPr lang="en-IN"/>
        </a:p>
      </dgm:t>
    </dgm:pt>
    <dgm:pt modelId="{F7AD8A42-B69F-4785-A6F6-D6CCEB1A0D4C}" type="parTrans" cxnId="{9559D7A7-C1F0-4262-9520-1A1F31C6C84B}">
      <dgm:prSet/>
      <dgm:spPr/>
      <dgm:t>
        <a:bodyPr/>
        <a:lstStyle/>
        <a:p>
          <a:endParaRPr lang="en-IN"/>
        </a:p>
      </dgm:t>
    </dgm:pt>
    <dgm:pt modelId="{A3940905-0949-441D-9F14-5E2845900AE0}" type="sibTrans" cxnId="{9559D7A7-C1F0-4262-9520-1A1F31C6C84B}">
      <dgm:prSet/>
      <dgm:spPr/>
      <dgm:t>
        <a:bodyPr/>
        <a:lstStyle/>
        <a:p>
          <a:endParaRPr lang="en-IN"/>
        </a:p>
      </dgm:t>
    </dgm:pt>
    <dgm:pt modelId="{C915F2A2-E1BA-4EF7-AB68-A02B1EC4843B}" type="pres">
      <dgm:prSet presAssocID="{BD79DC52-12AB-437E-96D8-05BB66748A7C}" presName="linear" presStyleCnt="0">
        <dgm:presLayoutVars>
          <dgm:animLvl val="lvl"/>
          <dgm:resizeHandles val="exact"/>
        </dgm:presLayoutVars>
      </dgm:prSet>
      <dgm:spPr/>
    </dgm:pt>
    <dgm:pt modelId="{BC13D2A1-701D-407C-93A8-CF764734D7A1}" type="pres">
      <dgm:prSet presAssocID="{A7AB3107-82FE-4C9A-B3ED-5EBC7B8490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4F8BD08-8B66-4220-9E5F-ECE2453E8588}" type="pres">
      <dgm:prSet presAssocID="{AE984F73-4D78-4A79-BA54-9C5519AF58FC}" presName="spacer" presStyleCnt="0"/>
      <dgm:spPr/>
    </dgm:pt>
    <dgm:pt modelId="{3E468472-C2BA-41D2-A08A-897F6CFB138B}" type="pres">
      <dgm:prSet presAssocID="{2F71374D-068F-4794-A6CE-432B34CE69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95F801-61C6-4ADA-9AF0-D51A6063D66D}" type="pres">
      <dgm:prSet presAssocID="{0BEE0F1A-8447-4667-8E07-39634FA34021}" presName="spacer" presStyleCnt="0"/>
      <dgm:spPr/>
    </dgm:pt>
    <dgm:pt modelId="{79D229A1-0845-43E3-B82A-725A161E5CF3}" type="pres">
      <dgm:prSet presAssocID="{8FFEC548-FFCE-4C85-91C7-797325ADD8B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062147E-AF0B-4279-A8C5-6CEE1204ADC4}" type="pres">
      <dgm:prSet presAssocID="{AEBA4A67-DE11-46B8-B76F-7E40B387A979}" presName="spacer" presStyleCnt="0"/>
      <dgm:spPr/>
    </dgm:pt>
    <dgm:pt modelId="{52C34D45-91F1-4EAF-A2F7-C7D4DED3FAA2}" type="pres">
      <dgm:prSet presAssocID="{3D8B65E7-1337-4345-A0D4-07B041133F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B85CF17-6343-4435-A28D-DA2417C3CA37}" srcId="{BD79DC52-12AB-437E-96D8-05BB66748A7C}" destId="{A7AB3107-82FE-4C9A-B3ED-5EBC7B84909C}" srcOrd="0" destOrd="0" parTransId="{6122312D-88CB-4BA7-83DC-290BD06B860F}" sibTransId="{AE984F73-4D78-4A79-BA54-9C5519AF58FC}"/>
    <dgm:cxn modelId="{985A8631-FEA8-4731-BC97-BF7A72E7FD69}" type="presOf" srcId="{BD79DC52-12AB-437E-96D8-05BB66748A7C}" destId="{C915F2A2-E1BA-4EF7-AB68-A02B1EC4843B}" srcOrd="0" destOrd="0" presId="urn:microsoft.com/office/officeart/2005/8/layout/vList2"/>
    <dgm:cxn modelId="{F8FB7A60-60C7-427F-9679-32F84FC3E86D}" type="presOf" srcId="{2F71374D-068F-4794-A6CE-432B34CE6995}" destId="{3E468472-C2BA-41D2-A08A-897F6CFB138B}" srcOrd="0" destOrd="0" presId="urn:microsoft.com/office/officeart/2005/8/layout/vList2"/>
    <dgm:cxn modelId="{C7B12E86-56EA-491E-9F19-2BD5F47AACAE}" type="presOf" srcId="{8FFEC548-FFCE-4C85-91C7-797325ADD8B4}" destId="{79D229A1-0845-43E3-B82A-725A161E5CF3}" srcOrd="0" destOrd="0" presId="urn:microsoft.com/office/officeart/2005/8/layout/vList2"/>
    <dgm:cxn modelId="{9559D7A7-C1F0-4262-9520-1A1F31C6C84B}" srcId="{BD79DC52-12AB-437E-96D8-05BB66748A7C}" destId="{3D8B65E7-1337-4345-A0D4-07B041133F78}" srcOrd="3" destOrd="0" parTransId="{F7AD8A42-B69F-4785-A6F6-D6CCEB1A0D4C}" sibTransId="{A3940905-0949-441D-9F14-5E2845900AE0}"/>
    <dgm:cxn modelId="{5ABC0ECD-2875-4379-9CD5-A877598E9BBB}" type="presOf" srcId="{3D8B65E7-1337-4345-A0D4-07B041133F78}" destId="{52C34D45-91F1-4EAF-A2F7-C7D4DED3FAA2}" srcOrd="0" destOrd="0" presId="urn:microsoft.com/office/officeart/2005/8/layout/vList2"/>
    <dgm:cxn modelId="{F7C5A6D6-950C-46B5-804E-EF5CD9555DF5}" srcId="{BD79DC52-12AB-437E-96D8-05BB66748A7C}" destId="{8FFEC548-FFCE-4C85-91C7-797325ADD8B4}" srcOrd="2" destOrd="0" parTransId="{AE3DDC81-2C8C-45E1-B045-C5BE929FA3BA}" sibTransId="{AEBA4A67-DE11-46B8-B76F-7E40B387A979}"/>
    <dgm:cxn modelId="{F2619CFA-26ED-44B1-A86F-35F2D16D027B}" type="presOf" srcId="{A7AB3107-82FE-4C9A-B3ED-5EBC7B84909C}" destId="{BC13D2A1-701D-407C-93A8-CF764734D7A1}" srcOrd="0" destOrd="0" presId="urn:microsoft.com/office/officeart/2005/8/layout/vList2"/>
    <dgm:cxn modelId="{3E5254FB-3A27-4B87-A50B-C317E95BC546}" srcId="{BD79DC52-12AB-437E-96D8-05BB66748A7C}" destId="{2F71374D-068F-4794-A6CE-432B34CE6995}" srcOrd="1" destOrd="0" parTransId="{E27FEC76-047D-4310-9654-8C5EF6C22D80}" sibTransId="{0BEE0F1A-8447-4667-8E07-39634FA34021}"/>
    <dgm:cxn modelId="{F3665A93-47A8-4C3A-8B97-81DC8C6AEAFE}" type="presParOf" srcId="{C915F2A2-E1BA-4EF7-AB68-A02B1EC4843B}" destId="{BC13D2A1-701D-407C-93A8-CF764734D7A1}" srcOrd="0" destOrd="0" presId="urn:microsoft.com/office/officeart/2005/8/layout/vList2"/>
    <dgm:cxn modelId="{EEE7D911-3F56-4BA7-B49F-D30A8B7B1FA1}" type="presParOf" srcId="{C915F2A2-E1BA-4EF7-AB68-A02B1EC4843B}" destId="{44F8BD08-8B66-4220-9E5F-ECE2453E8588}" srcOrd="1" destOrd="0" presId="urn:microsoft.com/office/officeart/2005/8/layout/vList2"/>
    <dgm:cxn modelId="{B0BCA178-71B4-4D49-91EC-DB1116634272}" type="presParOf" srcId="{C915F2A2-E1BA-4EF7-AB68-A02B1EC4843B}" destId="{3E468472-C2BA-41D2-A08A-897F6CFB138B}" srcOrd="2" destOrd="0" presId="urn:microsoft.com/office/officeart/2005/8/layout/vList2"/>
    <dgm:cxn modelId="{366DBAD3-476C-4B44-BCEE-C6F6A6DB72F8}" type="presParOf" srcId="{C915F2A2-E1BA-4EF7-AB68-A02B1EC4843B}" destId="{3995F801-61C6-4ADA-9AF0-D51A6063D66D}" srcOrd="3" destOrd="0" presId="urn:microsoft.com/office/officeart/2005/8/layout/vList2"/>
    <dgm:cxn modelId="{5AB54FE7-9A7E-4C9A-9C6C-9AD5561C29A2}" type="presParOf" srcId="{C915F2A2-E1BA-4EF7-AB68-A02B1EC4843B}" destId="{79D229A1-0845-43E3-B82A-725A161E5CF3}" srcOrd="4" destOrd="0" presId="urn:microsoft.com/office/officeart/2005/8/layout/vList2"/>
    <dgm:cxn modelId="{8C08A6F4-B4D4-4F92-B02C-6AAD0C5458DA}" type="presParOf" srcId="{C915F2A2-E1BA-4EF7-AB68-A02B1EC4843B}" destId="{C062147E-AF0B-4279-A8C5-6CEE1204ADC4}" srcOrd="5" destOrd="0" presId="urn:microsoft.com/office/officeart/2005/8/layout/vList2"/>
    <dgm:cxn modelId="{07B22E9E-FAFE-42EC-88E2-798445A0783F}" type="presParOf" srcId="{C915F2A2-E1BA-4EF7-AB68-A02B1EC4843B}" destId="{52C34D45-91F1-4EAF-A2F7-C7D4DED3FAA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F923F33-2411-4C00-9AA8-9A33C6A9A70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A4FC7E0-92B3-4AD5-9C52-854CAEC7760E}">
      <dgm:prSet/>
      <dgm:spPr/>
      <dgm:t>
        <a:bodyPr/>
        <a:lstStyle/>
        <a:p>
          <a:r>
            <a:rPr lang="en-US" dirty="0"/>
            <a:t>Cloud forensics is critical for modern digital investigations.</a:t>
          </a:r>
          <a:endParaRPr lang="en-IN" dirty="0"/>
        </a:p>
      </dgm:t>
    </dgm:pt>
    <dgm:pt modelId="{EF611008-ABC4-4746-851F-F9815EAEA509}" type="parTrans" cxnId="{8DDE2EEA-CFA8-484C-8B6D-A961D5FD07E1}">
      <dgm:prSet/>
      <dgm:spPr/>
      <dgm:t>
        <a:bodyPr/>
        <a:lstStyle/>
        <a:p>
          <a:endParaRPr lang="en-IN"/>
        </a:p>
      </dgm:t>
    </dgm:pt>
    <dgm:pt modelId="{DBD4B993-3373-48E7-A991-CAC8564720AE}" type="sibTrans" cxnId="{8DDE2EEA-CFA8-484C-8B6D-A961D5FD07E1}">
      <dgm:prSet/>
      <dgm:spPr/>
      <dgm:t>
        <a:bodyPr/>
        <a:lstStyle/>
        <a:p>
          <a:endParaRPr lang="en-IN"/>
        </a:p>
      </dgm:t>
    </dgm:pt>
    <dgm:pt modelId="{5132A485-1ADB-4D86-983D-7C7D8B9BB063}">
      <dgm:prSet/>
      <dgm:spPr/>
      <dgm:t>
        <a:bodyPr/>
        <a:lstStyle/>
        <a:p>
          <a:r>
            <a:rPr lang="en-US" dirty="0"/>
            <a:t>Challenges require specialized tools, methodologies, and legal frameworks.</a:t>
          </a:r>
          <a:endParaRPr lang="en-IN" dirty="0"/>
        </a:p>
      </dgm:t>
    </dgm:pt>
    <dgm:pt modelId="{796E4AD0-453A-4AD2-9634-43BFA03A2CEC}" type="parTrans" cxnId="{1E7166EA-0018-4BDD-A9CB-17E443D3B1DB}">
      <dgm:prSet/>
      <dgm:spPr/>
      <dgm:t>
        <a:bodyPr/>
        <a:lstStyle/>
        <a:p>
          <a:endParaRPr lang="en-IN"/>
        </a:p>
      </dgm:t>
    </dgm:pt>
    <dgm:pt modelId="{4B522215-DA80-4A38-B1FD-DA85EB7F935F}" type="sibTrans" cxnId="{1E7166EA-0018-4BDD-A9CB-17E443D3B1DB}">
      <dgm:prSet/>
      <dgm:spPr/>
      <dgm:t>
        <a:bodyPr/>
        <a:lstStyle/>
        <a:p>
          <a:endParaRPr lang="en-IN"/>
        </a:p>
      </dgm:t>
    </dgm:pt>
    <dgm:pt modelId="{1738313F-F074-41E7-8A0E-48A6B4049094}">
      <dgm:prSet/>
      <dgm:spPr/>
      <dgm:t>
        <a:bodyPr/>
        <a:lstStyle/>
        <a:p>
          <a:r>
            <a:rPr lang="en-US"/>
            <a:t>Future directions: AI, automation, and cross-border cooperation.</a:t>
          </a:r>
          <a:endParaRPr lang="en-IN"/>
        </a:p>
      </dgm:t>
    </dgm:pt>
    <dgm:pt modelId="{B4C38D09-2811-4AA4-BD5A-D1B0B1E3CD6B}" type="parTrans" cxnId="{B306FC99-DFFA-49BD-9AC0-935ABF37472B}">
      <dgm:prSet/>
      <dgm:spPr/>
      <dgm:t>
        <a:bodyPr/>
        <a:lstStyle/>
        <a:p>
          <a:endParaRPr lang="en-IN"/>
        </a:p>
      </dgm:t>
    </dgm:pt>
    <dgm:pt modelId="{4E78A103-7DD3-4C55-97DC-169E0C7F622D}" type="sibTrans" cxnId="{B306FC99-DFFA-49BD-9AC0-935ABF37472B}">
      <dgm:prSet/>
      <dgm:spPr/>
      <dgm:t>
        <a:bodyPr/>
        <a:lstStyle/>
        <a:p>
          <a:endParaRPr lang="en-IN"/>
        </a:p>
      </dgm:t>
    </dgm:pt>
    <dgm:pt modelId="{A2EC304C-2948-4A1D-8800-D07BDA7AD5D1}" type="pres">
      <dgm:prSet presAssocID="{0F923F33-2411-4C00-9AA8-9A33C6A9A704}" presName="Name0" presStyleCnt="0">
        <dgm:presLayoutVars>
          <dgm:chMax val="7"/>
          <dgm:chPref val="7"/>
          <dgm:dir/>
        </dgm:presLayoutVars>
      </dgm:prSet>
      <dgm:spPr/>
    </dgm:pt>
    <dgm:pt modelId="{ADE8BA33-3719-48A9-91D5-C00228EBD6F7}" type="pres">
      <dgm:prSet presAssocID="{0F923F33-2411-4C00-9AA8-9A33C6A9A704}" presName="Name1" presStyleCnt="0"/>
      <dgm:spPr/>
    </dgm:pt>
    <dgm:pt modelId="{A5975ACA-1FF5-4AE8-9468-DFFCC2DFA1F7}" type="pres">
      <dgm:prSet presAssocID="{0F923F33-2411-4C00-9AA8-9A33C6A9A704}" presName="cycle" presStyleCnt="0"/>
      <dgm:spPr/>
    </dgm:pt>
    <dgm:pt modelId="{1DCAF305-9FB0-425A-9B5E-FA9ECAE94326}" type="pres">
      <dgm:prSet presAssocID="{0F923F33-2411-4C00-9AA8-9A33C6A9A704}" presName="srcNode" presStyleLbl="node1" presStyleIdx="0" presStyleCnt="3"/>
      <dgm:spPr/>
    </dgm:pt>
    <dgm:pt modelId="{9164CE3D-CE90-47E7-8824-AB7F7F794B7C}" type="pres">
      <dgm:prSet presAssocID="{0F923F33-2411-4C00-9AA8-9A33C6A9A704}" presName="conn" presStyleLbl="parChTrans1D2" presStyleIdx="0" presStyleCnt="1"/>
      <dgm:spPr/>
    </dgm:pt>
    <dgm:pt modelId="{1E2BC998-9A44-4941-A4F0-D8ECB62D02AE}" type="pres">
      <dgm:prSet presAssocID="{0F923F33-2411-4C00-9AA8-9A33C6A9A704}" presName="extraNode" presStyleLbl="node1" presStyleIdx="0" presStyleCnt="3"/>
      <dgm:spPr/>
    </dgm:pt>
    <dgm:pt modelId="{3405F9B5-7D7C-4D8D-876B-D48FE717BF1C}" type="pres">
      <dgm:prSet presAssocID="{0F923F33-2411-4C00-9AA8-9A33C6A9A704}" presName="dstNode" presStyleLbl="node1" presStyleIdx="0" presStyleCnt="3"/>
      <dgm:spPr/>
    </dgm:pt>
    <dgm:pt modelId="{4CE75A96-D67C-4A04-9F8D-6993E89682FC}" type="pres">
      <dgm:prSet presAssocID="{CA4FC7E0-92B3-4AD5-9C52-854CAEC7760E}" presName="text_1" presStyleLbl="node1" presStyleIdx="0" presStyleCnt="3">
        <dgm:presLayoutVars>
          <dgm:bulletEnabled val="1"/>
        </dgm:presLayoutVars>
      </dgm:prSet>
      <dgm:spPr/>
    </dgm:pt>
    <dgm:pt modelId="{BA2F1F37-E77C-4685-87B0-2B288086EF71}" type="pres">
      <dgm:prSet presAssocID="{CA4FC7E0-92B3-4AD5-9C52-854CAEC7760E}" presName="accent_1" presStyleCnt="0"/>
      <dgm:spPr/>
    </dgm:pt>
    <dgm:pt modelId="{21394160-CE9C-4E0C-8AF7-8289DB11B709}" type="pres">
      <dgm:prSet presAssocID="{CA4FC7E0-92B3-4AD5-9C52-854CAEC7760E}" presName="accentRepeatNode" presStyleLbl="solidFgAcc1" presStyleIdx="0" presStyleCnt="3"/>
      <dgm:spPr/>
    </dgm:pt>
    <dgm:pt modelId="{C4DDFAEA-17E5-4776-B208-F65FC7B0AFB1}" type="pres">
      <dgm:prSet presAssocID="{5132A485-1ADB-4D86-983D-7C7D8B9BB063}" presName="text_2" presStyleLbl="node1" presStyleIdx="1" presStyleCnt="3">
        <dgm:presLayoutVars>
          <dgm:bulletEnabled val="1"/>
        </dgm:presLayoutVars>
      </dgm:prSet>
      <dgm:spPr/>
    </dgm:pt>
    <dgm:pt modelId="{F07FFEBE-6DC2-4307-865F-2A91305E4EC6}" type="pres">
      <dgm:prSet presAssocID="{5132A485-1ADB-4D86-983D-7C7D8B9BB063}" presName="accent_2" presStyleCnt="0"/>
      <dgm:spPr/>
    </dgm:pt>
    <dgm:pt modelId="{B6D5F57C-10E9-4781-9D70-5BAE976631D5}" type="pres">
      <dgm:prSet presAssocID="{5132A485-1ADB-4D86-983D-7C7D8B9BB063}" presName="accentRepeatNode" presStyleLbl="solidFgAcc1" presStyleIdx="1" presStyleCnt="3"/>
      <dgm:spPr/>
    </dgm:pt>
    <dgm:pt modelId="{FA536D3F-A1D0-47A1-8A15-A38B3C8D6FD5}" type="pres">
      <dgm:prSet presAssocID="{1738313F-F074-41E7-8A0E-48A6B4049094}" presName="text_3" presStyleLbl="node1" presStyleIdx="2" presStyleCnt="3">
        <dgm:presLayoutVars>
          <dgm:bulletEnabled val="1"/>
        </dgm:presLayoutVars>
      </dgm:prSet>
      <dgm:spPr/>
    </dgm:pt>
    <dgm:pt modelId="{08D80FBC-7590-4310-8285-01FC00CF71B8}" type="pres">
      <dgm:prSet presAssocID="{1738313F-F074-41E7-8A0E-48A6B4049094}" presName="accent_3" presStyleCnt="0"/>
      <dgm:spPr/>
    </dgm:pt>
    <dgm:pt modelId="{E0E02A17-7946-48CB-BF8B-834AFFC64F79}" type="pres">
      <dgm:prSet presAssocID="{1738313F-F074-41E7-8A0E-48A6B4049094}" presName="accentRepeatNode" presStyleLbl="solidFgAcc1" presStyleIdx="2" presStyleCnt="3"/>
      <dgm:spPr/>
    </dgm:pt>
  </dgm:ptLst>
  <dgm:cxnLst>
    <dgm:cxn modelId="{107DE12A-22D2-4D72-8C10-9EABABD06EA8}" type="presOf" srcId="{1738313F-F074-41E7-8A0E-48A6B4049094}" destId="{FA536D3F-A1D0-47A1-8A15-A38B3C8D6FD5}" srcOrd="0" destOrd="0" presId="urn:microsoft.com/office/officeart/2008/layout/VerticalCurvedList"/>
    <dgm:cxn modelId="{F94AC05B-E7B7-4D07-9A73-518A9F4FCD7B}" type="presOf" srcId="{DBD4B993-3373-48E7-A991-CAC8564720AE}" destId="{9164CE3D-CE90-47E7-8824-AB7F7F794B7C}" srcOrd="0" destOrd="0" presId="urn:microsoft.com/office/officeart/2008/layout/VerticalCurvedList"/>
    <dgm:cxn modelId="{0765EB85-1187-4EE1-9CE8-B498CE9CACE6}" type="presOf" srcId="{5132A485-1ADB-4D86-983D-7C7D8B9BB063}" destId="{C4DDFAEA-17E5-4776-B208-F65FC7B0AFB1}" srcOrd="0" destOrd="0" presId="urn:microsoft.com/office/officeart/2008/layout/VerticalCurvedList"/>
    <dgm:cxn modelId="{B306FC99-DFFA-49BD-9AC0-935ABF37472B}" srcId="{0F923F33-2411-4C00-9AA8-9A33C6A9A704}" destId="{1738313F-F074-41E7-8A0E-48A6B4049094}" srcOrd="2" destOrd="0" parTransId="{B4C38D09-2811-4AA4-BD5A-D1B0B1E3CD6B}" sibTransId="{4E78A103-7DD3-4C55-97DC-169E0C7F622D}"/>
    <dgm:cxn modelId="{F7802AD9-4F9D-4977-8553-DA610645DAC6}" type="presOf" srcId="{0F923F33-2411-4C00-9AA8-9A33C6A9A704}" destId="{A2EC304C-2948-4A1D-8800-D07BDA7AD5D1}" srcOrd="0" destOrd="0" presId="urn:microsoft.com/office/officeart/2008/layout/VerticalCurvedList"/>
    <dgm:cxn modelId="{77CF47DE-1173-4B5A-9EFB-CF054A310CF1}" type="presOf" srcId="{CA4FC7E0-92B3-4AD5-9C52-854CAEC7760E}" destId="{4CE75A96-D67C-4A04-9F8D-6993E89682FC}" srcOrd="0" destOrd="0" presId="urn:microsoft.com/office/officeart/2008/layout/VerticalCurvedList"/>
    <dgm:cxn modelId="{8DDE2EEA-CFA8-484C-8B6D-A961D5FD07E1}" srcId="{0F923F33-2411-4C00-9AA8-9A33C6A9A704}" destId="{CA4FC7E0-92B3-4AD5-9C52-854CAEC7760E}" srcOrd="0" destOrd="0" parTransId="{EF611008-ABC4-4746-851F-F9815EAEA509}" sibTransId="{DBD4B993-3373-48E7-A991-CAC8564720AE}"/>
    <dgm:cxn modelId="{1E7166EA-0018-4BDD-A9CB-17E443D3B1DB}" srcId="{0F923F33-2411-4C00-9AA8-9A33C6A9A704}" destId="{5132A485-1ADB-4D86-983D-7C7D8B9BB063}" srcOrd="1" destOrd="0" parTransId="{796E4AD0-453A-4AD2-9634-43BFA03A2CEC}" sibTransId="{4B522215-DA80-4A38-B1FD-DA85EB7F935F}"/>
    <dgm:cxn modelId="{2F3E8611-DEFF-4757-B92C-A93F71A966F9}" type="presParOf" srcId="{A2EC304C-2948-4A1D-8800-D07BDA7AD5D1}" destId="{ADE8BA33-3719-48A9-91D5-C00228EBD6F7}" srcOrd="0" destOrd="0" presId="urn:microsoft.com/office/officeart/2008/layout/VerticalCurvedList"/>
    <dgm:cxn modelId="{D39F4155-E2FD-489B-A61F-3379F5B9A6ED}" type="presParOf" srcId="{ADE8BA33-3719-48A9-91D5-C00228EBD6F7}" destId="{A5975ACA-1FF5-4AE8-9468-DFFCC2DFA1F7}" srcOrd="0" destOrd="0" presId="urn:microsoft.com/office/officeart/2008/layout/VerticalCurvedList"/>
    <dgm:cxn modelId="{811BB544-4C52-4AA0-8FCF-4EC2F297C0A2}" type="presParOf" srcId="{A5975ACA-1FF5-4AE8-9468-DFFCC2DFA1F7}" destId="{1DCAF305-9FB0-425A-9B5E-FA9ECAE94326}" srcOrd="0" destOrd="0" presId="urn:microsoft.com/office/officeart/2008/layout/VerticalCurvedList"/>
    <dgm:cxn modelId="{26839643-17DD-4BCA-949F-620A79166ED6}" type="presParOf" srcId="{A5975ACA-1FF5-4AE8-9468-DFFCC2DFA1F7}" destId="{9164CE3D-CE90-47E7-8824-AB7F7F794B7C}" srcOrd="1" destOrd="0" presId="urn:microsoft.com/office/officeart/2008/layout/VerticalCurvedList"/>
    <dgm:cxn modelId="{A9D6809B-A378-4EE1-B898-69FF27892DD8}" type="presParOf" srcId="{A5975ACA-1FF5-4AE8-9468-DFFCC2DFA1F7}" destId="{1E2BC998-9A44-4941-A4F0-D8ECB62D02AE}" srcOrd="2" destOrd="0" presId="urn:microsoft.com/office/officeart/2008/layout/VerticalCurvedList"/>
    <dgm:cxn modelId="{30227191-6079-4137-8CA3-0A7082B2016C}" type="presParOf" srcId="{A5975ACA-1FF5-4AE8-9468-DFFCC2DFA1F7}" destId="{3405F9B5-7D7C-4D8D-876B-D48FE717BF1C}" srcOrd="3" destOrd="0" presId="urn:microsoft.com/office/officeart/2008/layout/VerticalCurvedList"/>
    <dgm:cxn modelId="{61E0C759-D8B7-4F7D-A17D-614A33E84FF3}" type="presParOf" srcId="{ADE8BA33-3719-48A9-91D5-C00228EBD6F7}" destId="{4CE75A96-D67C-4A04-9F8D-6993E89682FC}" srcOrd="1" destOrd="0" presId="urn:microsoft.com/office/officeart/2008/layout/VerticalCurvedList"/>
    <dgm:cxn modelId="{2AA9B478-CFE2-43BE-BF57-35F4B8E53DEC}" type="presParOf" srcId="{ADE8BA33-3719-48A9-91D5-C00228EBD6F7}" destId="{BA2F1F37-E77C-4685-87B0-2B288086EF71}" srcOrd="2" destOrd="0" presId="urn:microsoft.com/office/officeart/2008/layout/VerticalCurvedList"/>
    <dgm:cxn modelId="{5C3CDEF9-886E-4205-9E87-1E4A2D32C331}" type="presParOf" srcId="{BA2F1F37-E77C-4685-87B0-2B288086EF71}" destId="{21394160-CE9C-4E0C-8AF7-8289DB11B709}" srcOrd="0" destOrd="0" presId="urn:microsoft.com/office/officeart/2008/layout/VerticalCurvedList"/>
    <dgm:cxn modelId="{BE29B626-8146-4785-9BBF-E22A9624D6C6}" type="presParOf" srcId="{ADE8BA33-3719-48A9-91D5-C00228EBD6F7}" destId="{C4DDFAEA-17E5-4776-B208-F65FC7B0AFB1}" srcOrd="3" destOrd="0" presId="urn:microsoft.com/office/officeart/2008/layout/VerticalCurvedList"/>
    <dgm:cxn modelId="{FC631676-7826-4B0F-83E3-A90B303CF852}" type="presParOf" srcId="{ADE8BA33-3719-48A9-91D5-C00228EBD6F7}" destId="{F07FFEBE-6DC2-4307-865F-2A91305E4EC6}" srcOrd="4" destOrd="0" presId="urn:microsoft.com/office/officeart/2008/layout/VerticalCurvedList"/>
    <dgm:cxn modelId="{60EC212D-2D37-41F4-B60E-0145BF209647}" type="presParOf" srcId="{F07FFEBE-6DC2-4307-865F-2A91305E4EC6}" destId="{B6D5F57C-10E9-4781-9D70-5BAE976631D5}" srcOrd="0" destOrd="0" presId="urn:microsoft.com/office/officeart/2008/layout/VerticalCurvedList"/>
    <dgm:cxn modelId="{89830A32-2354-4496-80D0-2FAB67FE844D}" type="presParOf" srcId="{ADE8BA33-3719-48A9-91D5-C00228EBD6F7}" destId="{FA536D3F-A1D0-47A1-8A15-A38B3C8D6FD5}" srcOrd="5" destOrd="0" presId="urn:microsoft.com/office/officeart/2008/layout/VerticalCurvedList"/>
    <dgm:cxn modelId="{701BE1A2-07D7-4319-831C-DDB48EC7A403}" type="presParOf" srcId="{ADE8BA33-3719-48A9-91D5-C00228EBD6F7}" destId="{08D80FBC-7590-4310-8285-01FC00CF71B8}" srcOrd="6" destOrd="0" presId="urn:microsoft.com/office/officeart/2008/layout/VerticalCurvedList"/>
    <dgm:cxn modelId="{5CDD62BA-A339-4CA4-AD39-BE030BD95701}" type="presParOf" srcId="{08D80FBC-7590-4310-8285-01FC00CF71B8}" destId="{E0E02A17-7946-48CB-BF8B-834AFFC64F7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3CFF23-5639-4583-B297-AE05FC3A6617}">
      <dsp:nvSpPr>
        <dsp:cNvPr id="0" name=""/>
        <dsp:cNvSpPr/>
      </dsp:nvSpPr>
      <dsp:spPr>
        <a:xfrm>
          <a:off x="222409" y="0"/>
          <a:ext cx="5162550" cy="516255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32BFBD-0167-4D76-B727-6AE247B451BC}">
      <dsp:nvSpPr>
        <dsp:cNvPr id="0" name=""/>
        <dsp:cNvSpPr/>
      </dsp:nvSpPr>
      <dsp:spPr>
        <a:xfrm>
          <a:off x="2803684" y="519027"/>
          <a:ext cx="3355657" cy="122207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Definition of cloud computing (pay-per-use services: SaaS, PaaS, IaaS).</a:t>
          </a:r>
        </a:p>
      </dsp:txBody>
      <dsp:txXfrm>
        <a:off x="2863341" y="578684"/>
        <a:ext cx="3236343" cy="1102758"/>
      </dsp:txXfrm>
    </dsp:sp>
    <dsp:sp modelId="{8478AF18-3117-4747-8751-0060CF1A79E4}">
      <dsp:nvSpPr>
        <dsp:cNvPr id="0" name=""/>
        <dsp:cNvSpPr/>
      </dsp:nvSpPr>
      <dsp:spPr>
        <a:xfrm>
          <a:off x="2803684" y="1893859"/>
          <a:ext cx="3355657" cy="122207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Cloud forensics: A branch of digital forensics for investigating cloud environments.</a:t>
          </a:r>
        </a:p>
      </dsp:txBody>
      <dsp:txXfrm>
        <a:off x="2863341" y="1953516"/>
        <a:ext cx="3236343" cy="1102758"/>
      </dsp:txXfrm>
    </dsp:sp>
    <dsp:sp modelId="{BC01C7BB-1E0F-4D35-8CDD-C413CE7FCF2F}">
      <dsp:nvSpPr>
        <dsp:cNvPr id="0" name=""/>
        <dsp:cNvSpPr/>
      </dsp:nvSpPr>
      <dsp:spPr>
        <a:xfrm>
          <a:off x="2803684" y="3268690"/>
          <a:ext cx="3355657" cy="122207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Importance: Addressing cybercrimes, security incidents, and legal matters in distributed cloud data.</a:t>
          </a:r>
        </a:p>
      </dsp:txBody>
      <dsp:txXfrm>
        <a:off x="2863341" y="3328347"/>
        <a:ext cx="3236343" cy="1102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5623F-BF93-4E1B-8939-DDCB4B921F00}">
      <dsp:nvSpPr>
        <dsp:cNvPr id="0" name=""/>
        <dsp:cNvSpPr/>
      </dsp:nvSpPr>
      <dsp:spPr>
        <a:xfrm>
          <a:off x="1805527" y="961"/>
          <a:ext cx="3513645" cy="14054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Criminal Investigations:</a:t>
          </a:r>
          <a:r>
            <a:rPr lang="en-US" sz="1900" kern="1200"/>
            <a:t> Cybercrimes, data breaches, illegal content.</a:t>
          </a:r>
          <a:endParaRPr lang="en-IN" sz="1900" kern="1200"/>
        </a:p>
      </dsp:txBody>
      <dsp:txXfrm>
        <a:off x="2508256" y="961"/>
        <a:ext cx="2108187" cy="1405458"/>
      </dsp:txXfrm>
    </dsp:sp>
    <dsp:sp modelId="{6FC62DED-89A3-4EEE-91A7-31A0F99EA7A7}">
      <dsp:nvSpPr>
        <dsp:cNvPr id="0" name=""/>
        <dsp:cNvSpPr/>
      </dsp:nvSpPr>
      <dsp:spPr>
        <a:xfrm>
          <a:off x="3611054" y="1603183"/>
          <a:ext cx="3513645" cy="14054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Corporate Security:</a:t>
          </a:r>
          <a:r>
            <a:rPr lang="en-US" sz="1900" kern="1200" dirty="0"/>
            <a:t> Insider threats, policy violations, breach analysis.</a:t>
          </a:r>
          <a:endParaRPr lang="en-IN" sz="1900" kern="1200" dirty="0"/>
        </a:p>
      </dsp:txBody>
      <dsp:txXfrm>
        <a:off x="4313783" y="1603183"/>
        <a:ext cx="2108187" cy="1405458"/>
      </dsp:txXfrm>
    </dsp:sp>
    <dsp:sp modelId="{F9E3D33B-838C-4D9C-93F5-0451D8BA748E}">
      <dsp:nvSpPr>
        <dsp:cNvPr id="0" name=""/>
        <dsp:cNvSpPr/>
      </dsp:nvSpPr>
      <dsp:spPr>
        <a:xfrm>
          <a:off x="1805527" y="3205406"/>
          <a:ext cx="3513645" cy="140545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Legal Discovery (e-Discovery):</a:t>
          </a:r>
          <a:r>
            <a:rPr lang="en-US" sz="1900" kern="1200"/>
            <a:t> Electronically stored information (ESI) for litigation.</a:t>
          </a:r>
          <a:endParaRPr lang="en-IN" sz="1900" kern="1200"/>
        </a:p>
      </dsp:txBody>
      <dsp:txXfrm>
        <a:off x="2508256" y="3205406"/>
        <a:ext cx="2108187" cy="14054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A2AC9-F888-4DA6-9D06-914C79F05AB1}">
      <dsp:nvSpPr>
        <dsp:cNvPr id="0" name=""/>
        <dsp:cNvSpPr/>
      </dsp:nvSpPr>
      <dsp:spPr>
        <a:xfrm>
          <a:off x="4259" y="0"/>
          <a:ext cx="4879125" cy="4230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Phases: Identification, preservation, collection, analysis, reporting.</a:t>
          </a:r>
        </a:p>
      </dsp:txBody>
      <dsp:txXfrm>
        <a:off x="4259" y="1692044"/>
        <a:ext cx="4879125" cy="1692044"/>
      </dsp:txXfrm>
    </dsp:sp>
    <dsp:sp modelId="{FACF6C2A-4621-4C43-8FDD-8F4D10CA5468}">
      <dsp:nvSpPr>
        <dsp:cNvPr id="0" name=""/>
        <dsp:cNvSpPr/>
      </dsp:nvSpPr>
      <dsp:spPr>
        <a:xfrm>
          <a:off x="1739508" y="253806"/>
          <a:ext cx="1408627" cy="140862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7BF057-FFC4-405A-A18F-808A77C1065E}">
      <dsp:nvSpPr>
        <dsp:cNvPr id="0" name=""/>
        <dsp:cNvSpPr/>
      </dsp:nvSpPr>
      <dsp:spPr>
        <a:xfrm>
          <a:off x="5029758" y="0"/>
          <a:ext cx="4879125" cy="4230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1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Model-specific approaches: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SaaS: APIs for data/log access.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PaaS: Application logs via development interfaces.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/>
            <a:t>IaaS: Virtual machine images, network logs.</a:t>
          </a:r>
        </a:p>
      </dsp:txBody>
      <dsp:txXfrm>
        <a:off x="5029758" y="1692044"/>
        <a:ext cx="4879125" cy="1692044"/>
      </dsp:txXfrm>
    </dsp:sp>
    <dsp:sp modelId="{AC5EDC37-9C54-496B-A0E7-374510F45F92}">
      <dsp:nvSpPr>
        <dsp:cNvPr id="0" name=""/>
        <dsp:cNvSpPr/>
      </dsp:nvSpPr>
      <dsp:spPr>
        <a:xfrm>
          <a:off x="6765008" y="253806"/>
          <a:ext cx="1408627" cy="1408627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A0A3B-A124-4D66-8516-AF548053F5D0}">
      <dsp:nvSpPr>
        <dsp:cNvPr id="0" name=""/>
        <dsp:cNvSpPr/>
      </dsp:nvSpPr>
      <dsp:spPr>
        <a:xfrm>
          <a:off x="396525" y="3384089"/>
          <a:ext cx="9120092" cy="634516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B0C7F-7E44-453D-AB45-38637CB55BE2}">
      <dsp:nvSpPr>
        <dsp:cNvPr id="0" name=""/>
        <dsp:cNvSpPr/>
      </dsp:nvSpPr>
      <dsp:spPr>
        <a:xfrm>
          <a:off x="0" y="373753"/>
          <a:ext cx="94583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1C02D-7013-4115-AD91-CD9CDE94F3B7}">
      <dsp:nvSpPr>
        <dsp:cNvPr id="0" name=""/>
        <dsp:cNvSpPr/>
      </dsp:nvSpPr>
      <dsp:spPr>
        <a:xfrm>
          <a:off x="472916" y="4753"/>
          <a:ext cx="662082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52" tIns="0" rIns="25025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Chain of custody rigor.</a:t>
          </a:r>
        </a:p>
      </dsp:txBody>
      <dsp:txXfrm>
        <a:off x="508942" y="40779"/>
        <a:ext cx="6548775" cy="665948"/>
      </dsp:txXfrm>
    </dsp:sp>
    <dsp:sp modelId="{5A2A87C9-04A5-464E-ABA5-69514EEEAE84}">
      <dsp:nvSpPr>
        <dsp:cNvPr id="0" name=""/>
        <dsp:cNvSpPr/>
      </dsp:nvSpPr>
      <dsp:spPr>
        <a:xfrm>
          <a:off x="0" y="1507753"/>
          <a:ext cx="94583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1D866-7368-49EC-A8B7-E57AF907B6AB}">
      <dsp:nvSpPr>
        <dsp:cNvPr id="0" name=""/>
        <dsp:cNvSpPr/>
      </dsp:nvSpPr>
      <dsp:spPr>
        <a:xfrm>
          <a:off x="472916" y="1138753"/>
          <a:ext cx="662082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52" tIns="0" rIns="25025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Cryptographic hashing for integrity.</a:t>
          </a:r>
        </a:p>
      </dsp:txBody>
      <dsp:txXfrm>
        <a:off x="508942" y="1174779"/>
        <a:ext cx="6548775" cy="665948"/>
      </dsp:txXfrm>
    </dsp:sp>
    <dsp:sp modelId="{33DEACB9-5189-4A8E-B8C7-25D7FA8219D9}">
      <dsp:nvSpPr>
        <dsp:cNvPr id="0" name=""/>
        <dsp:cNvSpPr/>
      </dsp:nvSpPr>
      <dsp:spPr>
        <a:xfrm>
          <a:off x="0" y="2641753"/>
          <a:ext cx="94583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A9161-2403-4FCB-976B-1A2AEB6E40FE}">
      <dsp:nvSpPr>
        <dsp:cNvPr id="0" name=""/>
        <dsp:cNvSpPr/>
      </dsp:nvSpPr>
      <dsp:spPr>
        <a:xfrm>
          <a:off x="472916" y="2272753"/>
          <a:ext cx="662082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52" tIns="0" rIns="25025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Encryption/decryption for sensitive data.</a:t>
          </a:r>
        </a:p>
      </dsp:txBody>
      <dsp:txXfrm>
        <a:off x="508942" y="2308779"/>
        <a:ext cx="6548775" cy="665948"/>
      </dsp:txXfrm>
    </dsp:sp>
    <dsp:sp modelId="{9C2502CB-B342-4787-8CBA-3CFEECE61147}">
      <dsp:nvSpPr>
        <dsp:cNvPr id="0" name=""/>
        <dsp:cNvSpPr/>
      </dsp:nvSpPr>
      <dsp:spPr>
        <a:xfrm>
          <a:off x="0" y="3775753"/>
          <a:ext cx="9458325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B6D17-98B1-4F64-94CB-AEDCE64F090F}">
      <dsp:nvSpPr>
        <dsp:cNvPr id="0" name=""/>
        <dsp:cNvSpPr/>
      </dsp:nvSpPr>
      <dsp:spPr>
        <a:xfrm>
          <a:off x="472916" y="3406753"/>
          <a:ext cx="6620827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0252" tIns="0" rIns="25025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/>
            <a:t>Legal compliance (warrants, privacy laws)</a:t>
          </a:r>
        </a:p>
      </dsp:txBody>
      <dsp:txXfrm>
        <a:off x="508942" y="3442779"/>
        <a:ext cx="6548775" cy="665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F80EF-9B09-4C53-B5BA-FF7A9D8A7267}">
      <dsp:nvSpPr>
        <dsp:cNvPr id="0" name=""/>
        <dsp:cNvSpPr/>
      </dsp:nvSpPr>
      <dsp:spPr>
        <a:xfrm>
          <a:off x="1278731" y="0"/>
          <a:ext cx="4581525" cy="458152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111DE-D0BA-44D1-85F8-DC9BB4B7D797}">
      <dsp:nvSpPr>
        <dsp:cNvPr id="0" name=""/>
        <dsp:cNvSpPr/>
      </dsp:nvSpPr>
      <dsp:spPr>
        <a:xfrm>
          <a:off x="1713976" y="435244"/>
          <a:ext cx="1786794" cy="17867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Lack of physical hardware access.</a:t>
          </a:r>
          <a:endParaRPr lang="en-IN" sz="2000" kern="1200"/>
        </a:p>
      </dsp:txBody>
      <dsp:txXfrm>
        <a:off x="1801200" y="522468"/>
        <a:ext cx="1612346" cy="1612346"/>
      </dsp:txXfrm>
    </dsp:sp>
    <dsp:sp modelId="{8ACE6694-FE19-48BB-A705-2F6C59FB00AF}">
      <dsp:nvSpPr>
        <dsp:cNvPr id="0" name=""/>
        <dsp:cNvSpPr/>
      </dsp:nvSpPr>
      <dsp:spPr>
        <a:xfrm>
          <a:off x="3638216" y="435244"/>
          <a:ext cx="1786794" cy="17867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Multi-jurisdictional data distribution.</a:t>
          </a:r>
          <a:endParaRPr lang="en-IN" sz="2000" kern="1200"/>
        </a:p>
      </dsp:txBody>
      <dsp:txXfrm>
        <a:off x="3725440" y="522468"/>
        <a:ext cx="1612346" cy="1612346"/>
      </dsp:txXfrm>
    </dsp:sp>
    <dsp:sp modelId="{6B9636DA-406F-4EA4-9A3E-B8520B804C2B}">
      <dsp:nvSpPr>
        <dsp:cNvPr id="0" name=""/>
        <dsp:cNvSpPr/>
      </dsp:nvSpPr>
      <dsp:spPr>
        <a:xfrm>
          <a:off x="1713976" y="2359485"/>
          <a:ext cx="1786794" cy="17867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Dependence on Cloud Service Providers (CSPs).</a:t>
          </a:r>
          <a:endParaRPr lang="en-IN" sz="2000" kern="1200"/>
        </a:p>
      </dsp:txBody>
      <dsp:txXfrm>
        <a:off x="1801200" y="2446709"/>
        <a:ext cx="1612346" cy="1612346"/>
      </dsp:txXfrm>
    </dsp:sp>
    <dsp:sp modelId="{C2D43F46-7A44-413B-8E23-B0A52DB5C5BB}">
      <dsp:nvSpPr>
        <dsp:cNvPr id="0" name=""/>
        <dsp:cNvSpPr/>
      </dsp:nvSpPr>
      <dsp:spPr>
        <a:xfrm>
          <a:off x="3638216" y="2359485"/>
          <a:ext cx="1786794" cy="178679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volatility and integrity concerns.</a:t>
          </a:r>
          <a:endParaRPr lang="en-IN" sz="2000" kern="1200"/>
        </a:p>
      </dsp:txBody>
      <dsp:txXfrm>
        <a:off x="3725440" y="2446709"/>
        <a:ext cx="1612346" cy="16123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45BED-A63E-4252-A9BF-E7A0433172F4}">
      <dsp:nvSpPr>
        <dsp:cNvPr id="0" name=""/>
        <dsp:cNvSpPr/>
      </dsp:nvSpPr>
      <dsp:spPr>
        <a:xfrm rot="10800000">
          <a:off x="2039408" y="2458"/>
          <a:ext cx="6815519" cy="129087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23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Data Carving:</a:t>
          </a:r>
          <a:r>
            <a:rPr lang="en-IN" sz="2000" kern="1200" dirty="0"/>
            <a:t> Advanced file recovery from unallocated space, even when metadata is lost. Uses pattern recognition (headers/footers) to reconstruct files like documents or images.</a:t>
          </a:r>
        </a:p>
      </dsp:txBody>
      <dsp:txXfrm rot="10800000">
        <a:off x="2362126" y="2458"/>
        <a:ext cx="6492801" cy="1290871"/>
      </dsp:txXfrm>
    </dsp:sp>
    <dsp:sp modelId="{E16D6D9E-DC05-484D-95A6-F4FCF57DD251}">
      <dsp:nvSpPr>
        <dsp:cNvPr id="0" name=""/>
        <dsp:cNvSpPr/>
      </dsp:nvSpPr>
      <dsp:spPr>
        <a:xfrm>
          <a:off x="1393973" y="2458"/>
          <a:ext cx="1290871" cy="129087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9A155B-E392-45AA-ADF6-396E6FA6CBCB}">
      <dsp:nvSpPr>
        <dsp:cNvPr id="0" name=""/>
        <dsp:cNvSpPr/>
      </dsp:nvSpPr>
      <dsp:spPr>
        <a:xfrm rot="10800000">
          <a:off x="2039408" y="1678664"/>
          <a:ext cx="6815519" cy="129087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23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Network Forensics:</a:t>
          </a:r>
          <a:r>
            <a:rPr lang="en-IN" sz="2000" kern="1200" dirty="0"/>
            <a:t> Analyzes cloud traffic for attacks; captures packets (e.g., Wireshark), examines flow logs (NetFlow), and detects anomalies in virtual networks.</a:t>
          </a:r>
        </a:p>
      </dsp:txBody>
      <dsp:txXfrm rot="10800000">
        <a:off x="2362126" y="1678664"/>
        <a:ext cx="6492801" cy="1290871"/>
      </dsp:txXfrm>
    </dsp:sp>
    <dsp:sp modelId="{027BA4C5-2620-4B34-9D80-E72D5AF0664A}">
      <dsp:nvSpPr>
        <dsp:cNvPr id="0" name=""/>
        <dsp:cNvSpPr/>
      </dsp:nvSpPr>
      <dsp:spPr>
        <a:xfrm>
          <a:off x="1393973" y="1678664"/>
          <a:ext cx="1290871" cy="129087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04FDEB-DC34-45E3-8BB3-C7F8C4D4F8AB}">
      <dsp:nvSpPr>
        <dsp:cNvPr id="0" name=""/>
        <dsp:cNvSpPr/>
      </dsp:nvSpPr>
      <dsp:spPr>
        <a:xfrm rot="10800000">
          <a:off x="2039408" y="3354870"/>
          <a:ext cx="6815519" cy="129087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9238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Live Forensics:</a:t>
          </a:r>
          <a:r>
            <a:rPr lang="en-IN" sz="2000" kern="1200" dirty="0"/>
            <a:t> Extracts volatile data (RAM, processes) pre-deletion via tools like Volatility. Critical for ephemeral cloud instances where evidence disappears after shutdown.</a:t>
          </a:r>
        </a:p>
      </dsp:txBody>
      <dsp:txXfrm rot="10800000">
        <a:off x="2362126" y="3354870"/>
        <a:ext cx="6492801" cy="1290871"/>
      </dsp:txXfrm>
    </dsp:sp>
    <dsp:sp modelId="{A024551C-5EB2-4E63-8A8E-714D92E58BFD}">
      <dsp:nvSpPr>
        <dsp:cNvPr id="0" name=""/>
        <dsp:cNvSpPr/>
      </dsp:nvSpPr>
      <dsp:spPr>
        <a:xfrm>
          <a:off x="1393973" y="3354870"/>
          <a:ext cx="1290871" cy="129087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20AE82-B0A6-4C27-AD93-D7DF8DF9A275}">
      <dsp:nvSpPr>
        <dsp:cNvPr id="0" name=""/>
        <dsp:cNvSpPr/>
      </dsp:nvSpPr>
      <dsp:spPr>
        <a:xfrm>
          <a:off x="1163" y="1566970"/>
          <a:ext cx="2922511" cy="1128089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1FD5F6-B1C4-4F4F-8269-11935F833C7C}">
      <dsp:nvSpPr>
        <dsp:cNvPr id="0" name=""/>
        <dsp:cNvSpPr/>
      </dsp:nvSpPr>
      <dsp:spPr>
        <a:xfrm>
          <a:off x="780499" y="1848993"/>
          <a:ext cx="2467898" cy="11280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Open-Source:</a:t>
          </a:r>
          <a:r>
            <a:rPr lang="en-IN" sz="1600" kern="1200" dirty="0"/>
            <a:t> Sleuth Kit, Autopsy, Volatility, OSQuery.</a:t>
          </a:r>
        </a:p>
      </dsp:txBody>
      <dsp:txXfrm>
        <a:off x="813540" y="1882034"/>
        <a:ext cx="2401816" cy="1062007"/>
      </dsp:txXfrm>
    </dsp:sp>
    <dsp:sp modelId="{2B22921D-481E-4EF0-BD46-03CAFF5DF40B}">
      <dsp:nvSpPr>
        <dsp:cNvPr id="0" name=""/>
        <dsp:cNvSpPr/>
      </dsp:nvSpPr>
      <dsp:spPr>
        <a:xfrm>
          <a:off x="3339321" y="1566970"/>
          <a:ext cx="2922511" cy="1128089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4B9E53-FC6A-447C-BC63-ED0D93CDEAB0}">
      <dsp:nvSpPr>
        <dsp:cNvPr id="0" name=""/>
        <dsp:cNvSpPr/>
      </dsp:nvSpPr>
      <dsp:spPr>
        <a:xfrm>
          <a:off x="4118657" y="1848993"/>
          <a:ext cx="2467898" cy="11280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Commercial:</a:t>
          </a:r>
          <a:r>
            <a:rPr lang="en-IN" sz="1600" kern="1200"/>
            <a:t> Oxygen Forensic Detective, Magnet AXIOM, FTK.</a:t>
          </a:r>
        </a:p>
      </dsp:txBody>
      <dsp:txXfrm>
        <a:off x="4151698" y="1882034"/>
        <a:ext cx="2401816" cy="1062007"/>
      </dsp:txXfrm>
    </dsp:sp>
    <dsp:sp modelId="{F8EE0FFD-1499-4F8E-A581-5A048AE97861}">
      <dsp:nvSpPr>
        <dsp:cNvPr id="0" name=""/>
        <dsp:cNvSpPr/>
      </dsp:nvSpPr>
      <dsp:spPr>
        <a:xfrm>
          <a:off x="6677479" y="1566970"/>
          <a:ext cx="2922511" cy="1128089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FC1944-7630-4409-83FF-693D44D490FE}">
      <dsp:nvSpPr>
        <dsp:cNvPr id="0" name=""/>
        <dsp:cNvSpPr/>
      </dsp:nvSpPr>
      <dsp:spPr>
        <a:xfrm>
          <a:off x="7456815" y="1848993"/>
          <a:ext cx="2467898" cy="11280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Cloud-Native:</a:t>
          </a:r>
          <a:r>
            <a:rPr lang="en-IN" sz="1600" kern="1200"/>
            <a:t> AWS CloudTrail, Azure Monitor, GCP Audit Logs.</a:t>
          </a:r>
        </a:p>
      </dsp:txBody>
      <dsp:txXfrm>
        <a:off x="7489856" y="1882034"/>
        <a:ext cx="2401816" cy="10620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3D2A1-701D-407C-93A8-CF764734D7A1}">
      <dsp:nvSpPr>
        <dsp:cNvPr id="0" name=""/>
        <dsp:cNvSpPr/>
      </dsp:nvSpPr>
      <dsp:spPr>
        <a:xfrm>
          <a:off x="0" y="42343"/>
          <a:ext cx="9674088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Automation in evidence collection/analysis.</a:t>
          </a:r>
          <a:endParaRPr lang="en-IN" sz="3900" kern="1200"/>
        </a:p>
      </dsp:txBody>
      <dsp:txXfrm>
        <a:off x="45663" y="88006"/>
        <a:ext cx="9582762" cy="844089"/>
      </dsp:txXfrm>
    </dsp:sp>
    <dsp:sp modelId="{3E468472-C2BA-41D2-A08A-897F6CFB138B}">
      <dsp:nvSpPr>
        <dsp:cNvPr id="0" name=""/>
        <dsp:cNvSpPr/>
      </dsp:nvSpPr>
      <dsp:spPr>
        <a:xfrm>
          <a:off x="0" y="1090079"/>
          <a:ext cx="9674088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AI/ML for anomaly detection.</a:t>
          </a:r>
          <a:endParaRPr lang="en-IN" sz="3900" kern="1200"/>
        </a:p>
      </dsp:txBody>
      <dsp:txXfrm>
        <a:off x="45663" y="1135742"/>
        <a:ext cx="9582762" cy="844089"/>
      </dsp:txXfrm>
    </dsp:sp>
    <dsp:sp modelId="{79D229A1-0845-43E3-B82A-725A161E5CF3}">
      <dsp:nvSpPr>
        <dsp:cNvPr id="0" name=""/>
        <dsp:cNvSpPr/>
      </dsp:nvSpPr>
      <dsp:spPr>
        <a:xfrm>
          <a:off x="0" y="2137814"/>
          <a:ext cx="9674088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Blockchain for evidence immutability.</a:t>
          </a:r>
          <a:endParaRPr lang="en-IN" sz="3900" kern="1200"/>
        </a:p>
      </dsp:txBody>
      <dsp:txXfrm>
        <a:off x="45663" y="2183477"/>
        <a:ext cx="9582762" cy="844089"/>
      </dsp:txXfrm>
    </dsp:sp>
    <dsp:sp modelId="{52C34D45-91F1-4EAF-A2F7-C7D4DED3FAA2}">
      <dsp:nvSpPr>
        <dsp:cNvPr id="0" name=""/>
        <dsp:cNvSpPr/>
      </dsp:nvSpPr>
      <dsp:spPr>
        <a:xfrm>
          <a:off x="0" y="3185549"/>
          <a:ext cx="9674088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Jurisdictional collaboration frameworks.</a:t>
          </a:r>
          <a:endParaRPr lang="en-IN" sz="3900" kern="1200"/>
        </a:p>
      </dsp:txBody>
      <dsp:txXfrm>
        <a:off x="45663" y="3231212"/>
        <a:ext cx="9582762" cy="84408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4CE3D-CE90-47E7-8824-AB7F7F794B7C}">
      <dsp:nvSpPr>
        <dsp:cNvPr id="0" name=""/>
        <dsp:cNvSpPr/>
      </dsp:nvSpPr>
      <dsp:spPr>
        <a:xfrm>
          <a:off x="-4867338" y="-745911"/>
          <a:ext cx="5797123" cy="5797123"/>
        </a:xfrm>
        <a:prstGeom prst="blockArc">
          <a:avLst>
            <a:gd name="adj1" fmla="val 18900000"/>
            <a:gd name="adj2" fmla="val 2700000"/>
            <a:gd name="adj3" fmla="val 37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E75A96-D67C-4A04-9F8D-6993E89682FC}">
      <dsp:nvSpPr>
        <dsp:cNvPr id="0" name=""/>
        <dsp:cNvSpPr/>
      </dsp:nvSpPr>
      <dsp:spPr>
        <a:xfrm>
          <a:off x="597991" y="430530"/>
          <a:ext cx="8545613" cy="8610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346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Cloud forensics is critical for modern digital investigations.</a:t>
          </a:r>
          <a:endParaRPr lang="en-IN" sz="2600" kern="1200" dirty="0"/>
        </a:p>
      </dsp:txBody>
      <dsp:txXfrm>
        <a:off x="597991" y="430530"/>
        <a:ext cx="8545613" cy="861060"/>
      </dsp:txXfrm>
    </dsp:sp>
    <dsp:sp modelId="{21394160-CE9C-4E0C-8AF7-8289DB11B709}">
      <dsp:nvSpPr>
        <dsp:cNvPr id="0" name=""/>
        <dsp:cNvSpPr/>
      </dsp:nvSpPr>
      <dsp:spPr>
        <a:xfrm>
          <a:off x="59828" y="322897"/>
          <a:ext cx="1076325" cy="10763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DFAEA-17E5-4776-B208-F65FC7B0AFB1}">
      <dsp:nvSpPr>
        <dsp:cNvPr id="0" name=""/>
        <dsp:cNvSpPr/>
      </dsp:nvSpPr>
      <dsp:spPr>
        <a:xfrm>
          <a:off x="910986" y="1722120"/>
          <a:ext cx="8232617" cy="8610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346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Challenges require specialized tools, methodologies, and legal frameworks.</a:t>
          </a:r>
          <a:endParaRPr lang="en-IN" sz="2600" kern="1200" dirty="0"/>
        </a:p>
      </dsp:txBody>
      <dsp:txXfrm>
        <a:off x="910986" y="1722120"/>
        <a:ext cx="8232617" cy="861060"/>
      </dsp:txXfrm>
    </dsp:sp>
    <dsp:sp modelId="{B6D5F57C-10E9-4781-9D70-5BAE976631D5}">
      <dsp:nvSpPr>
        <dsp:cNvPr id="0" name=""/>
        <dsp:cNvSpPr/>
      </dsp:nvSpPr>
      <dsp:spPr>
        <a:xfrm>
          <a:off x="372823" y="1614487"/>
          <a:ext cx="1076325" cy="10763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36D3F-A1D0-47A1-8A15-A38B3C8D6FD5}">
      <dsp:nvSpPr>
        <dsp:cNvPr id="0" name=""/>
        <dsp:cNvSpPr/>
      </dsp:nvSpPr>
      <dsp:spPr>
        <a:xfrm>
          <a:off x="597991" y="3013710"/>
          <a:ext cx="8545613" cy="8610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3466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Future directions: AI, automation, and cross-border cooperation.</a:t>
          </a:r>
          <a:endParaRPr lang="en-IN" sz="2600" kern="1200"/>
        </a:p>
      </dsp:txBody>
      <dsp:txXfrm>
        <a:off x="597991" y="3013710"/>
        <a:ext cx="8545613" cy="861060"/>
      </dsp:txXfrm>
    </dsp:sp>
    <dsp:sp modelId="{E0E02A17-7946-48CB-BF8B-834AFFC64F79}">
      <dsp:nvSpPr>
        <dsp:cNvPr id="0" name=""/>
        <dsp:cNvSpPr/>
      </dsp:nvSpPr>
      <dsp:spPr>
        <a:xfrm>
          <a:off x="59828" y="2906077"/>
          <a:ext cx="1076325" cy="10763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C06C4-C5A6-48FB-97F5-B20A44F857E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657-0A12-495F-9FFA-D8F7554E7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B2CC-0155-4E5E-A890-531D58ADF5B2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0FBB-F712-42E7-8C2F-226D98798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C0559-D619-4E56-BF6F-3712370C21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38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62DF-B844-47FC-8A62-51DCC8B92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7095B-CF32-45EF-B009-6ABC6AFDE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05E0-28FE-4BA9-BAFD-9472586D3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B9EF-8C64-405C-91C1-AB64F7B2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E120E-ADC1-4709-B3B3-126C062D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9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6992-CBE7-446A-A4DA-52C44E309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BB9F0-38E8-4236-8992-E634D023D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D064D-5788-406F-86EC-3E6EAD4E6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BF981-15D3-4B2F-B2FB-C556C2D9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60077-ED2D-4123-942B-BF9B7749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73395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2763-6DE4-4991-80DB-FDD5E72CE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8FCF1-7E2F-46FF-A5D8-B91E8CABD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6FA65-B913-4A58-8948-263C035D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F9CDD-7C9E-41E6-AF89-EF2EC44A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0067A-1D9A-4C0A-9698-EDCC86B6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50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ED04-1E63-4077-9A81-0891C936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39C30-278D-416A-B1B0-C47E0C6B8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DB535-5C33-4CFC-831C-82316E8C4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955B4-4646-4297-B1AF-2B55C712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3E99B-9E70-4054-80D1-A7641D0C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DB5A3-84C5-47E6-ABC2-A4F6453B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41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DE45-9DA2-4DC7-82CF-A9431832E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63FF2-12BA-4F4D-ADFC-BE6957DC6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CEF68-0661-45B6-A71C-3077BEB67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8AB4A-13B2-4CC9-97B0-2C520B0EE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B24F4-20A1-4A78-A5B2-8E7B11305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822E90-EC26-497A-B03F-C2B06149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FF9A6-C7CF-4808-89A7-10FE48EF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C8469-1119-470D-A3A9-9156738B3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9420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D4D9-18BE-4BE6-8438-6F8E1AA45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70327-C921-42AD-85C6-CFD633CF4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D1C81-A2B6-4FD8-A9F9-C1DD066D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6B795-F01F-48A8-835A-2CD95C0D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0DB38B-2B16-47E6-8461-66F43FE0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9763A-14B7-4066-A953-5BFE8693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BCEAA-9CD3-4836-AC32-65565428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7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31C3-8E9D-48B1-809E-72677FE1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12AA0-125B-4AB7-A4FB-FD8FBB956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C142D-2C11-4389-9E4F-E79E8295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68A6B-4C55-47F6-BBB8-F57AC5A70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09C40-C2F4-4E9B-B320-3C1083DC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785C7-61EC-4ED2-85DF-CE861A0F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86D4-DF2E-4568-8211-37D554F5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14A563-DFDE-4CA4-855E-D7AA775C9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9B22B-6612-4717-8824-8E5AA81D0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B012B-66EB-49FC-93A5-3CB8CFD5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1929D-4E41-4A25-8A9A-60B9B4CE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28ED9-4700-49B0-976F-DA7C0205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76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7827-686E-4458-811C-CCA858F92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513E9-476F-4F06-8879-6D127CA1B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111EC-95E6-4D47-99AF-6D2323F5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67678-6F41-4F56-9393-9695279C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3FA62-9B6C-4195-B2EB-83752C9B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0106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2CE809-FED7-4451-A578-F610ABA93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90617-04FF-49DA-95E0-260FDAFE7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83173-6C15-4408-84F1-3142056C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C6C38-F875-4465-8D07-33511D33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59514-FB40-4E08-A1EA-22CD59307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9402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050" y="3600450"/>
            <a:ext cx="9144000" cy="24511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2283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45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3/1/20XX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4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0929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80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60320"/>
            <a:ext cx="5183188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11680"/>
            <a:ext cx="51577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9027" y="2011680"/>
            <a:ext cx="51831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96564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4360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4360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8934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934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34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lvl="0" indent="-228600"/>
            <a:r>
              <a:rPr lang="en-US" sz="20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B23B9F-B223-42FC-B961-B8BFC75D2259}" type="datetime1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7/16/2025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44951-7827-47D4-8276-7DDE1FA7D85A}" type="slidenum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55918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8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8A6FF-36FF-4D39-8F1A-AD4DF0D8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A0D55-6362-46C0-9B03-AC07F430A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82EB-B389-482E-ADDD-86DD778F9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7B064-4A00-498E-86DC-E1843EE86C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7D6FB-6C26-4B44-9F7F-778E28D18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6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00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5.jp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commons.unomaha.edu/" TargetMode="External"/><Relationship Id="rId2" Type="http://schemas.openxmlformats.org/officeDocument/2006/relationships/hyperlink" Target="https://westoahu.hawaii.edu/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scipublications.com/" TargetMode="External"/><Relationship Id="rId4" Type="http://schemas.openxmlformats.org/officeDocument/2006/relationships/hyperlink" Target="https://www.mdpi.com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5">
            <a:extLst>
              <a:ext uri="{FF2B5EF4-FFF2-40B4-BE49-F238E27FC236}">
                <a16:creationId xmlns:a16="http://schemas.microsoft.com/office/drawing/2014/main" id="{8D317046-C0F6-BA64-F1C3-17BAAEB59F1E}"/>
              </a:ext>
            </a:extLst>
          </p:cNvPr>
          <p:cNvSpPr txBox="1">
            <a:spLocks/>
          </p:cNvSpPr>
          <p:nvPr/>
        </p:nvSpPr>
        <p:spPr>
          <a:xfrm>
            <a:off x="2067689" y="1067223"/>
            <a:ext cx="8296275" cy="1242648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200" kern="1200">
                <a:solidFill>
                  <a:schemeClr val="bg1"/>
                </a:solidFill>
                <a:latin typeface="+mj-lt"/>
                <a:ea typeface="+mn-ea"/>
                <a:cs typeface="Angsana New" panose="02020603050405020304" pitchFamily="18" charset="-34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950" spc="-25" dirty="0"/>
              <a:t>Challenges in Collecting Digital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950" spc="-25" dirty="0"/>
              <a:t>Evidence from Cloud-Based Platform</a:t>
            </a:r>
            <a:endParaRPr lang="en-US" sz="39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79B5E5-1618-0452-3967-4E2DD4DEA733}"/>
              </a:ext>
            </a:extLst>
          </p:cNvPr>
          <p:cNvSpPr txBox="1"/>
          <p:nvPr/>
        </p:nvSpPr>
        <p:spPr>
          <a:xfrm>
            <a:off x="3139250" y="2650237"/>
            <a:ext cx="6404799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7720" marR="802005" algn="ctr">
              <a:lnSpc>
                <a:spcPct val="100000"/>
              </a:lnSpc>
              <a:spcBef>
                <a:spcPts val="95"/>
              </a:spcBef>
            </a:pPr>
            <a:r>
              <a:rPr lang="en-US" sz="2000" b="1" spc="-2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Under</a:t>
            </a:r>
            <a:r>
              <a:rPr lang="en-US" sz="2000" b="1" spc="-7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The</a:t>
            </a:r>
            <a:r>
              <a:rPr lang="en-US" sz="2000" b="1" spc="-1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spc="-2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Guidance</a:t>
            </a:r>
            <a:r>
              <a:rPr lang="en-US" sz="2000" b="1" spc="-3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spc="-2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Of Prof.</a:t>
            </a:r>
            <a:r>
              <a:rPr lang="en-US" sz="2000" b="1" spc="-4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spc="-1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Abhishek Singh</a:t>
            </a:r>
            <a:endParaRPr lang="en-US" sz="2000" dirty="0">
              <a:solidFill>
                <a:schemeClr val="bg1"/>
              </a:solidFill>
              <a:latin typeface="Aptos Narrow" panose="020B0004020202020204" pitchFamily="34" charset="0"/>
              <a:cs typeface="Corbel"/>
            </a:endParaRPr>
          </a:p>
          <a:p>
            <a:pPr>
              <a:lnSpc>
                <a:spcPct val="100000"/>
              </a:lnSpc>
              <a:spcBef>
                <a:spcPts val="1535"/>
              </a:spcBef>
            </a:pPr>
            <a:endParaRPr lang="en-US" sz="2000" dirty="0">
              <a:solidFill>
                <a:schemeClr val="bg1"/>
              </a:solidFill>
              <a:latin typeface="Aptos Narrow" panose="020B0004020202020204" pitchFamily="34" charset="0"/>
              <a:cs typeface="Corbel"/>
            </a:endParaRPr>
          </a:p>
          <a:p>
            <a:pPr marL="635" algn="ctr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Developed</a:t>
            </a:r>
            <a:r>
              <a:rPr lang="en-US" sz="2000" b="1" spc="-8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spc="-2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By</a:t>
            </a:r>
            <a:endParaRPr lang="en-US" sz="2000" dirty="0">
              <a:solidFill>
                <a:schemeClr val="bg1"/>
              </a:solidFill>
              <a:latin typeface="Aptos Narrow" panose="020B0004020202020204" pitchFamily="34" charset="0"/>
              <a:cs typeface="Corbel"/>
            </a:endParaRPr>
          </a:p>
          <a:p>
            <a:pPr algn="ctr">
              <a:lnSpc>
                <a:spcPct val="100000"/>
              </a:lnSpc>
            </a:pPr>
            <a:r>
              <a:rPr lang="en-US" sz="2000" b="1" spc="-1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Prajapati</a:t>
            </a:r>
            <a:r>
              <a:rPr lang="en-US" sz="2000" b="1" spc="-7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Shivam</a:t>
            </a:r>
            <a:r>
              <a:rPr lang="en-US" sz="2000" b="1" spc="-2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Brijraj</a:t>
            </a:r>
            <a:r>
              <a:rPr lang="en-US" sz="2000" b="1" spc="-3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lang="en-US" sz="2000" b="1" spc="-1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(2405112140075)</a:t>
            </a:r>
            <a:endParaRPr lang="en-US" sz="2000" dirty="0">
              <a:solidFill>
                <a:schemeClr val="bg1"/>
              </a:solidFill>
              <a:latin typeface="Aptos Narrow" panose="020B0004020202020204" pitchFamily="34" charset="0"/>
              <a:cs typeface="Corbel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7183E186-0602-9F90-6E38-45B33D582E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3650" y="4506403"/>
            <a:ext cx="2924175" cy="1979225"/>
          </a:xfrm>
          <a:prstGeom prst="rect">
            <a:avLst/>
          </a:prstGeom>
        </p:spPr>
      </p:pic>
      <p:sp>
        <p:nvSpPr>
          <p:cNvPr id="14" name="object 7">
            <a:extLst>
              <a:ext uri="{FF2B5EF4-FFF2-40B4-BE49-F238E27FC236}">
                <a16:creationId xmlns:a16="http://schemas.microsoft.com/office/drawing/2014/main" id="{4DA05B66-3A0D-0081-AE06-AA110785A2AF}"/>
              </a:ext>
            </a:extLst>
          </p:cNvPr>
          <p:cNvSpPr txBox="1"/>
          <p:nvPr/>
        </p:nvSpPr>
        <p:spPr>
          <a:xfrm>
            <a:off x="6272977" y="4763878"/>
            <a:ext cx="3670935" cy="1387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1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Submitted</a:t>
            </a:r>
            <a:r>
              <a:rPr sz="2400" spc="-8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To:</a:t>
            </a:r>
            <a:endParaRPr sz="2400" dirty="0">
              <a:solidFill>
                <a:schemeClr val="bg1"/>
              </a:solidFill>
              <a:latin typeface="Aptos Narrow" panose="020B0004020202020204" pitchFamily="34" charset="0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Department</a:t>
            </a:r>
            <a:r>
              <a:rPr sz="2400" b="1" spc="5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of</a:t>
            </a:r>
            <a:r>
              <a:rPr sz="2400" b="1" spc="2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spc="-2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MCA</a:t>
            </a:r>
            <a:endParaRPr sz="2400" dirty="0">
              <a:solidFill>
                <a:schemeClr val="bg1"/>
              </a:solidFill>
              <a:latin typeface="Aptos Narrow" panose="020B0004020202020204" pitchFamily="34" charset="0"/>
              <a:cs typeface="Corbel"/>
            </a:endParaRPr>
          </a:p>
          <a:p>
            <a:pPr marL="12700" marR="5080">
              <a:lnSpc>
                <a:spcPts val="2380"/>
              </a:lnSpc>
              <a:spcBef>
                <a:spcPts val="70"/>
              </a:spcBef>
            </a:pPr>
            <a:r>
              <a:rPr sz="24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Faculty</a:t>
            </a:r>
            <a:r>
              <a:rPr sz="2400" b="1" spc="4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of</a:t>
            </a:r>
            <a:r>
              <a:rPr sz="2400" b="1" spc="3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IT</a:t>
            </a:r>
            <a:r>
              <a:rPr sz="2400" b="1" spc="5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&amp;</a:t>
            </a:r>
            <a:r>
              <a:rPr sz="2400" b="1" spc="-4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Computer</a:t>
            </a:r>
            <a:r>
              <a:rPr sz="2400" b="1" spc="-3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Science, </a:t>
            </a:r>
            <a:r>
              <a:rPr sz="2400" b="1" spc="-25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PARUL</a:t>
            </a:r>
            <a:r>
              <a:rPr sz="2400" b="1" spc="-6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 </a:t>
            </a:r>
            <a:r>
              <a:rPr sz="2400" b="1" spc="-10" dirty="0">
                <a:solidFill>
                  <a:schemeClr val="bg1"/>
                </a:solidFill>
                <a:latin typeface="Aptos Narrow" panose="020B0004020202020204" pitchFamily="34" charset="0"/>
                <a:cs typeface="Corbel"/>
              </a:rPr>
              <a:t>University</a:t>
            </a:r>
            <a:endParaRPr sz="2400" dirty="0">
              <a:solidFill>
                <a:schemeClr val="bg1"/>
              </a:solidFill>
              <a:latin typeface="Aptos Narrow" panose="020B0004020202020204" pitchFamily="34" charset="0"/>
              <a:cs typeface="Corbel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E2D328-AC32-3B18-89E6-4B5786DB3A0A}"/>
              </a:ext>
            </a:extLst>
          </p:cNvPr>
          <p:cNvCxnSpPr/>
          <p:nvPr/>
        </p:nvCxnSpPr>
        <p:spPr>
          <a:xfrm>
            <a:off x="571500" y="4286250"/>
            <a:ext cx="1099185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0867" y="421355"/>
            <a:ext cx="5992550" cy="904876"/>
          </a:xfrm>
        </p:spPr>
        <p:txBody>
          <a:bodyPr/>
          <a:lstStyle/>
          <a:p>
            <a:r>
              <a:rPr lang="en-US" dirty="0"/>
              <a:t>INDEX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DFD479C-12E0-ED28-8B4F-B93018CAB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103525"/>
              </p:ext>
            </p:extLst>
          </p:nvPr>
        </p:nvGraphicFramePr>
        <p:xfrm>
          <a:off x="1406041" y="1190625"/>
          <a:ext cx="9379917" cy="5076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4474">
                  <a:extLst>
                    <a:ext uri="{9D8B030D-6E8A-4147-A177-3AD203B41FA5}">
                      <a16:colId xmlns:a16="http://schemas.microsoft.com/office/drawing/2014/main" val="1506486878"/>
                    </a:ext>
                  </a:extLst>
                </a:gridCol>
                <a:gridCol w="6914960">
                  <a:extLst>
                    <a:ext uri="{9D8B030D-6E8A-4147-A177-3AD203B41FA5}">
                      <a16:colId xmlns:a16="http://schemas.microsoft.com/office/drawing/2014/main" val="2300129182"/>
                    </a:ext>
                  </a:extLst>
                </a:gridCol>
                <a:gridCol w="1270483">
                  <a:extLst>
                    <a:ext uri="{9D8B030D-6E8A-4147-A177-3AD203B41FA5}">
                      <a16:colId xmlns:a16="http://schemas.microsoft.com/office/drawing/2014/main" val="2772675082"/>
                    </a:ext>
                  </a:extLst>
                </a:gridCol>
              </a:tblGrid>
              <a:tr h="418165">
                <a:tc>
                  <a:txBody>
                    <a:bodyPr/>
                    <a:lstStyle/>
                    <a:p>
                      <a:pPr marR="5207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/>
                </a:tc>
                <a:tc>
                  <a:txBody>
                    <a:bodyPr/>
                    <a:lstStyle/>
                    <a:p>
                      <a:pPr marR="4699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/>
                </a:tc>
                <a:tc>
                  <a:txBody>
                    <a:bodyPr/>
                    <a:lstStyle/>
                    <a:p>
                      <a:pPr marL="33655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Page No.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/>
                </a:tc>
                <a:extLst>
                  <a:ext uri="{0D108BD9-81ED-4DB2-BD59-A6C34878D82A}">
                    <a16:rowId xmlns:a16="http://schemas.microsoft.com/office/drawing/2014/main" val="53767447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820756853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Areas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574517366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Cloud Service and Deployment Models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1377337240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Best Practices for Evidence Preservation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2679965229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Key Challenges in Cloud Forensics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3962575399"/>
                  </a:ext>
                </a:extLst>
              </a:tr>
              <a:tr h="477013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dirty="0">
                          <a:latin typeface="Aptos Narrow" panose="020B0004020202020204" pitchFamily="34" charset="0"/>
                        </a:rPr>
                        <a:t>Algorithms and Technical Techniques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1670846117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Methodologies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4204592808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Tools for cloud forensics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353543427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Current/Latest R&amp;D works in the field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1905847250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Conclusion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2795547339"/>
                  </a:ext>
                </a:extLst>
              </a:tr>
              <a:tr h="418165">
                <a:tc>
                  <a:txBody>
                    <a:bodyPr/>
                    <a:lstStyle/>
                    <a:p>
                      <a:pPr marR="5080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 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Bibliography / References </a:t>
                      </a:r>
                      <a:endParaRPr lang="en-IN" sz="1400" b="1" kern="1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55" marR="35560" marT="60960" marB="0" anchor="ctr"/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400" b="1" kern="1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4455" marR="35560" marT="60960" marB="0" anchor="ctr"/>
                </a:tc>
                <a:extLst>
                  <a:ext uri="{0D108BD9-81ED-4DB2-BD59-A6C34878D82A}">
                    <a16:rowId xmlns:a16="http://schemas.microsoft.com/office/drawing/2014/main" val="3462640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34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9352-2AB0-4ADD-96B9-AB0FAECB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1"/>
            <a:ext cx="5914937" cy="70484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785E22-3190-9850-13C1-232811BF0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0595674"/>
              </p:ext>
            </p:extLst>
          </p:nvPr>
        </p:nvGraphicFramePr>
        <p:xfrm>
          <a:off x="533309" y="1138237"/>
          <a:ext cx="6381751" cy="5162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CCCE07D-3B17-42EC-AE9C-222D1314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B805D76-F5D9-440B-17E6-39DA777548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126" y="304801"/>
            <a:ext cx="3923200" cy="58391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034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5648-EC4F-4D61-9453-4E038C03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5" y="481013"/>
            <a:ext cx="10515600" cy="947738"/>
          </a:xfrm>
        </p:spPr>
        <p:txBody>
          <a:bodyPr>
            <a:normAutofit/>
          </a:bodyPr>
          <a:lstStyle/>
          <a:p>
            <a:r>
              <a:rPr lang="en-US" b="1" dirty="0"/>
              <a:t>Application Areas of Cloud Forensics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18197DD0-4DF2-BBBB-58C7-547246A5F3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7626144"/>
              </p:ext>
            </p:extLst>
          </p:nvPr>
        </p:nvGraphicFramePr>
        <p:xfrm>
          <a:off x="1762125" y="1537425"/>
          <a:ext cx="7124700" cy="4611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2191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B554B-73A5-4106-A48D-001C726CE46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29375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64640-8ACA-4AEB-B9BF-A79783A1998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29375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E7A03-635E-4F0D-9A7F-96B13283D1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34" name="Diagram 33">
            <a:extLst>
              <a:ext uri="{FF2B5EF4-FFF2-40B4-BE49-F238E27FC236}">
                <a16:creationId xmlns:a16="http://schemas.microsoft.com/office/drawing/2014/main" id="{1CE40162-E20E-4465-9980-2C9ADDCFEF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7519742"/>
              </p:ext>
            </p:extLst>
          </p:nvPr>
        </p:nvGraphicFramePr>
        <p:xfrm>
          <a:off x="1139428" y="1796475"/>
          <a:ext cx="9913144" cy="423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D346853E-BF30-0820-AFCA-441A18D0732B}"/>
              </a:ext>
            </a:extLst>
          </p:cNvPr>
          <p:cNvSpPr txBox="1"/>
          <p:nvPr/>
        </p:nvSpPr>
        <p:spPr>
          <a:xfrm>
            <a:off x="1907381" y="685801"/>
            <a:ext cx="89892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ptos Narrow" panose="020B0004020202020204" pitchFamily="34" charset="0"/>
              </a:rPr>
              <a:t>Cloud Service and Deployment Models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06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91B0-6EB1-465F-8485-17B0C7B5E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64705"/>
            <a:ext cx="11049000" cy="1325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Best Practices for Evidence Preservation</a:t>
            </a:r>
          </a:p>
        </p:txBody>
      </p:sp>
      <p:graphicFrame>
        <p:nvGraphicFramePr>
          <p:cNvPr id="45" name="Diagram 44">
            <a:extLst>
              <a:ext uri="{FF2B5EF4-FFF2-40B4-BE49-F238E27FC236}">
                <a16:creationId xmlns:a16="http://schemas.microsoft.com/office/drawing/2014/main" id="{9D9299F1-1295-091A-DBDC-B7946CDE9A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67052"/>
              </p:ext>
            </p:extLst>
          </p:nvPr>
        </p:nvGraphicFramePr>
        <p:xfrm>
          <a:off x="1543049" y="1695017"/>
          <a:ext cx="9458325" cy="4410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760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3182-22EB-43CF-838B-D3595509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287"/>
            <a:ext cx="10515600" cy="1192213"/>
          </a:xfrm>
        </p:spPr>
        <p:txBody>
          <a:bodyPr/>
          <a:lstStyle/>
          <a:p>
            <a:r>
              <a:rPr lang="en-US" b="1" dirty="0"/>
              <a:t>Key Challenges in Cloud Forensics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80FEA5B-98D7-368A-F08C-072EA690D5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0235544"/>
              </p:ext>
            </p:extLst>
          </p:nvPr>
        </p:nvGraphicFramePr>
        <p:xfrm>
          <a:off x="595312" y="1590675"/>
          <a:ext cx="7138988" cy="4581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8680331B-077D-EA9A-F5A8-3DE7E34022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075" y="1857374"/>
            <a:ext cx="40481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1886-AA43-422E-B193-F1F3DF7D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976313"/>
            <a:ext cx="10515600" cy="52863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Algorithms and Technical Techniques</a:t>
            </a:r>
            <a:br>
              <a:rPr lang="en-IN" b="1" dirty="0"/>
            </a:br>
            <a:endParaRPr lang="en-US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AECFBD7-2EF3-01E6-BADA-D59385044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5295813"/>
              </p:ext>
            </p:extLst>
          </p:nvPr>
        </p:nvGraphicFramePr>
        <p:xfrm>
          <a:off x="1104899" y="1504951"/>
          <a:ext cx="10248901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647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F02D-55B7-AF37-0D88-9E2A94D9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0" y="954694"/>
            <a:ext cx="10515600" cy="852488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Cloud Forensic Investigation 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39C1E-AFC4-47AD-E649-EE725381A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82"/>
            <a:ext cx="10515600" cy="3998306"/>
          </a:xfrm>
        </p:spPr>
        <p:txBody>
          <a:bodyPr/>
          <a:lstStyle/>
          <a:p>
            <a:r>
              <a:rPr lang="en-IN" b="1" dirty="0"/>
              <a:t>1. Incident Identification</a:t>
            </a:r>
          </a:p>
          <a:p>
            <a:r>
              <a:rPr lang="en-IN" b="1" dirty="0"/>
              <a:t>2. Evidence Preservation</a:t>
            </a:r>
          </a:p>
          <a:p>
            <a:r>
              <a:rPr lang="en-IN" b="1" dirty="0"/>
              <a:t>3. Data Collection</a:t>
            </a:r>
          </a:p>
          <a:p>
            <a:r>
              <a:rPr lang="en-IN" b="1" dirty="0"/>
              <a:t>4. Analysis &amp; Examination</a:t>
            </a:r>
          </a:p>
          <a:p>
            <a:r>
              <a:rPr lang="en-IN" b="1" dirty="0"/>
              <a:t>5. Reporting &amp; Presentation</a:t>
            </a:r>
          </a:p>
          <a:p>
            <a:r>
              <a:rPr lang="en-IN" b="1" dirty="0"/>
              <a:t>6. Legal &amp; Compliance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9367D-986A-0822-4FD6-89D5AEB0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02DC4-B737-13B7-3093-B6A79B00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A2CE5-96EF-15F9-8B8D-69AB6A73B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2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D409D-82CA-4A05-9EF1-71EEFF94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dirty="0">
                <a:latin typeface="Aptos Narrow" panose="020B0004020202020204" pitchFamily="34" charset="0"/>
              </a:rPr>
              <a:t>03/05/2025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D187DA-D1E6-4203-8426-B028CDCA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00349" y="6429375"/>
            <a:ext cx="7419975" cy="365125"/>
          </a:xfrm>
        </p:spPr>
        <p:txBody>
          <a:bodyPr/>
          <a:lstStyle/>
          <a:p>
            <a:r>
              <a:rPr lang="en-US" sz="1400" dirty="0">
                <a:latin typeface="Aptos Narrow" panose="020B0004020202020204" pitchFamily="34" charset="0"/>
              </a:rPr>
              <a:t>Challenges in Collecting Digital Evidence from Cloud-Based  Platform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8518F4-D13C-40F3-9843-13BBC3B8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428626"/>
            <a:ext cx="8166652" cy="1325563"/>
          </a:xfrm>
        </p:spPr>
        <p:txBody>
          <a:bodyPr>
            <a:normAutofit/>
          </a:bodyPr>
          <a:lstStyle/>
          <a:p>
            <a:r>
              <a:rPr lang="en-IN" b="1" dirty="0"/>
              <a:t>Tools for Cloud Forensics</a:t>
            </a:r>
            <a:endParaRPr lang="en-US" dirty="0"/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602E80FE-3FCC-0DDC-A62D-DFCF4C666E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6456435"/>
              </p:ext>
            </p:extLst>
          </p:nvPr>
        </p:nvGraphicFramePr>
        <p:xfrm>
          <a:off x="1249017" y="1498937"/>
          <a:ext cx="9925878" cy="4544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8471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60FCC-0BF5-45B2-9CDD-17A4BA18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5344" y="506896"/>
            <a:ext cx="10515600" cy="874643"/>
          </a:xfrm>
        </p:spPr>
        <p:txBody>
          <a:bodyPr>
            <a:normAutofit/>
          </a:bodyPr>
          <a:lstStyle/>
          <a:p>
            <a:r>
              <a:rPr lang="en-US" b="1" dirty="0"/>
              <a:t>Current Research and Trends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2919092-CCE1-4A58-8E2A-540307E1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400" dirty="0">
                <a:latin typeface="Aptos Narrow" panose="020B0004020202020204" pitchFamily="34" charset="0"/>
              </a:rPr>
              <a:t>03/05/2025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3032B0D-C227-4CB9-85CC-4B9B8BF1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90700" y="6429375"/>
            <a:ext cx="9067800" cy="365125"/>
          </a:xfrm>
        </p:spPr>
        <p:txBody>
          <a:bodyPr/>
          <a:lstStyle/>
          <a:p>
            <a:r>
              <a:rPr lang="en-US" sz="1400" dirty="0">
                <a:latin typeface="Aptos Narrow" panose="020B0004020202020204" pitchFamily="34" charset="0"/>
              </a:rPr>
              <a:t>Challenges in Collecting Digital Evidence from Cloud-Based  Platform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62C4F268-9967-9FF9-C3B4-8AE3A789ED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834159"/>
              </p:ext>
            </p:extLst>
          </p:nvPr>
        </p:nvGraphicFramePr>
        <p:xfrm>
          <a:off x="1258956" y="1651085"/>
          <a:ext cx="9674088" cy="4163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1269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067F41-22A4-40B6-A3DA-26D8E0FC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675" y="6429375"/>
            <a:ext cx="2743200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03/05/2025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CB2F7A7-6A7C-429F-A261-494305D5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6024" y="6559549"/>
            <a:ext cx="7781926" cy="365125"/>
          </a:xfrm>
        </p:spPr>
        <p:txBody>
          <a:bodyPr/>
          <a:lstStyle/>
          <a:p>
            <a:r>
              <a:rPr lang="en-US" sz="1400" b="1" dirty="0">
                <a:solidFill>
                  <a:schemeClr val="tx1"/>
                </a:solidFill>
                <a:latin typeface="Aptos Narrow" panose="020B0004020202020204" pitchFamily="34" charset="0"/>
              </a:rPr>
              <a:t>Challenges in Collecting Digital Evidence from Cloud-Based  Platform</a:t>
            </a:r>
          </a:p>
          <a:p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F068389-EB02-493E-9416-4F35FEE4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C58CC6-FF60-4FC8-BA35-52A8BDDC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63500"/>
            <a:ext cx="3962400" cy="1300162"/>
          </a:xfrm>
        </p:spPr>
        <p:txBody>
          <a:bodyPr/>
          <a:lstStyle/>
          <a:p>
            <a:r>
              <a:rPr lang="en-IN" b="1" dirty="0"/>
              <a:t>Conclusion</a:t>
            </a:r>
            <a:endParaRPr lang="en-US" dirty="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DB42D795-4032-AE0F-7175-BD223C023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478110"/>
              </p:ext>
            </p:extLst>
          </p:nvPr>
        </p:nvGraphicFramePr>
        <p:xfrm>
          <a:off x="1351824" y="1900237"/>
          <a:ext cx="9202602" cy="4305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3091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BF0DE7-A085-D08D-EF15-AF5584109B5D}"/>
              </a:ext>
            </a:extLst>
          </p:cNvPr>
          <p:cNvSpPr txBox="1"/>
          <p:nvPr/>
        </p:nvSpPr>
        <p:spPr>
          <a:xfrm>
            <a:off x="209550" y="49160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ptos Narrow" panose="020B0004020202020204" pitchFamily="34" charset="0"/>
              </a:rPr>
              <a:t>References</a:t>
            </a:r>
            <a:endParaRPr lang="en-IN" sz="40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4CDA60-A364-2DF3-357A-9DEA6996E4A8}"/>
              </a:ext>
            </a:extLst>
          </p:cNvPr>
          <p:cNvCxnSpPr/>
          <p:nvPr/>
        </p:nvCxnSpPr>
        <p:spPr>
          <a:xfrm>
            <a:off x="314325" y="1323975"/>
            <a:ext cx="11430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BA58EE-AB48-1558-2314-946C57053453}"/>
              </a:ext>
            </a:extLst>
          </p:cNvPr>
          <p:cNvSpPr txBox="1"/>
          <p:nvPr/>
        </p:nvSpPr>
        <p:spPr>
          <a:xfrm>
            <a:off x="209550" y="2009775"/>
            <a:ext cx="117633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rtl="0" eaLnBrk="1" latinLnBrk="0" hangingPunct="1"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1. Challenges of Investigations in the Cloud – Cyber -</a:t>
            </a:r>
            <a:r>
              <a:rPr lang="en-IN" dirty="0"/>
              <a:t>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University of Hawaii West Oahu, accessed April 29, 2025,</a:t>
            </a:r>
            <a:endParaRPr lang="en-IN" dirty="0">
              <a:effectLst/>
            </a:endParaRPr>
          </a:p>
          <a:p>
            <a:pPr marL="0" rtl="0" eaLnBrk="1" latinLnBrk="0" hangingPunct="1"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  <a:hlinkClick r:id="rId2"/>
              </a:rPr>
              <a:t>https://westoahu.hawaii.edu</a:t>
            </a:r>
            <a:endParaRPr lang="en-US" sz="1800" kern="1200" dirty="0">
              <a:solidFill>
                <a:srgbClr val="000000"/>
              </a:solidFill>
              <a:effectLst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rtl="0" eaLnBrk="1" latinLnBrk="0" hangingPunct="1">
              <a:buNone/>
            </a:pPr>
            <a:endParaRPr lang="en-IN" dirty="0">
              <a:effectLst/>
            </a:endParaRPr>
          </a:p>
          <a:p>
            <a:pPr marL="0" rtl="0" eaLnBrk="1" latinLnBrk="0" hangingPunct="1">
              <a:buNone/>
            </a:pPr>
            <a:r>
              <a:rPr lang="en-US" dirty="0">
                <a:solidFill>
                  <a:srgbClr val="000000"/>
                </a:solidFill>
                <a:latin typeface="Avenir Next LT Pro" panose="020B0504020202020204" pitchFamily="34" charset="0"/>
              </a:rPr>
              <a:t>2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. Calm Before the Storm: The Challenges of </a:t>
            </a:r>
            <a:r>
              <a:rPr lang="en-US" sz="1800" kern="1200" dirty="0" err="1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CloudComputing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 in Digital Forensics - </a:t>
            </a:r>
            <a:r>
              <a:rPr lang="en-US" sz="1800" kern="1200" dirty="0" err="1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DigitalCommons@UNO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,</a:t>
            </a:r>
            <a:endParaRPr lang="en-IN" dirty="0">
              <a:effectLst/>
            </a:endParaRPr>
          </a:p>
          <a:p>
            <a:pPr marL="0" rtl="0" eaLnBrk="1" latinLnBrk="0" hangingPunct="1"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accessed April 29, 2025,</a:t>
            </a:r>
            <a:endParaRPr lang="en-IN" dirty="0">
              <a:effectLst/>
            </a:endParaRPr>
          </a:p>
          <a:p>
            <a:pPr marL="0" rtl="0" eaLnBrk="1" latinLnBrk="0" hangingPunct="1"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  <a:hlinkClick r:id="rId3"/>
              </a:rPr>
              <a:t>https://digitalcommons.unomaha.edu</a:t>
            </a:r>
            <a:endParaRPr lang="en-US" sz="1800" kern="1200" dirty="0">
              <a:solidFill>
                <a:srgbClr val="000000"/>
              </a:solidFill>
              <a:effectLst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rtl="0" eaLnBrk="1" latinLnBrk="0" hangingPunct="1">
              <a:buNone/>
            </a:pPr>
            <a:endParaRPr lang="en-US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0" rtl="0" eaLnBrk="1" latinLnBrk="0" hangingPunct="1">
              <a:buNone/>
            </a:pPr>
            <a:r>
              <a:rPr lang="en-US" dirty="0">
                <a:solidFill>
                  <a:srgbClr val="000000"/>
                </a:solidFill>
                <a:latin typeface="Avenir Next LT Pro" panose="020B0504020202020204" pitchFamily="34" charset="0"/>
              </a:rPr>
              <a:t>3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. Forensic Investigation, Challenges, and Issues of</a:t>
            </a:r>
            <a:r>
              <a:rPr lang="en-IN" dirty="0"/>
              <a:t>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Cloud Data: A Systematic Literature Review - MDPI,</a:t>
            </a:r>
            <a:r>
              <a:rPr lang="en-IN" dirty="0"/>
              <a:t>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accessed April 29, 2025, </a:t>
            </a:r>
          </a:p>
          <a:p>
            <a:pPr marL="0" rtl="0" eaLnBrk="1" latinLnBrk="0" hangingPunct="1"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  <a:hlinkClick r:id="rId4"/>
              </a:rPr>
              <a:t>https://www.mdpi.com</a:t>
            </a:r>
            <a:endParaRPr lang="en-US" sz="1800" kern="1200" dirty="0">
              <a:solidFill>
                <a:srgbClr val="000000"/>
              </a:solidFill>
              <a:effectLst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rtl="0" eaLnBrk="1" latinLnBrk="0" hangingPunct="1">
              <a:buNone/>
            </a:pPr>
            <a:endParaRPr lang="en-IN" dirty="0">
              <a:effectLst/>
            </a:endParaRPr>
          </a:p>
          <a:p>
            <a:pPr marL="0" rtl="0" eaLnBrk="1" latinLnBrk="0" hangingPunct="1">
              <a:buNone/>
            </a:pPr>
            <a:r>
              <a:rPr lang="en-US" dirty="0">
                <a:solidFill>
                  <a:srgbClr val="000000"/>
                </a:solidFill>
                <a:latin typeface="Avenir Next LT Pro" panose="020B0504020202020204" pitchFamily="34" charset="0"/>
              </a:rPr>
              <a:t>4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. Digital Forensic Investigation Standards in </a:t>
            </a:r>
            <a:r>
              <a:rPr lang="en-US" sz="1800" kern="1200" dirty="0" err="1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CloudComputing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 - Scientific Publications, accessed April 29, 2025,</a:t>
            </a:r>
          </a:p>
          <a:p>
            <a:pPr marL="0" rtl="0" eaLnBrk="1" latinLnBrk="0" hangingPunct="1">
              <a:buNone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  <a:hlinkClick r:id="rId5"/>
              </a:rPr>
              <a:t>https://www.scipublications.com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Avenir Next LT Pro" panose="020B0504020202020204" pitchFamily="34" charset="0"/>
                <a:ea typeface="+mn-ea"/>
                <a:cs typeface="+mn-cs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278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3DBD4-E398-4AA3-AEC1-4BF03FC59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2874595"/>
            <a:ext cx="5992550" cy="2319306"/>
          </a:xfrm>
        </p:spPr>
        <p:txBody>
          <a:bodyPr>
            <a:norm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10143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698</Words>
  <Application>Microsoft Office PowerPoint</Application>
  <PresentationFormat>Widescreen</PresentationFormat>
  <Paragraphs>123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Angsana New</vt:lpstr>
      <vt:lpstr>Aptos Narrow</vt:lpstr>
      <vt:lpstr>Arial</vt:lpstr>
      <vt:lpstr>Avenir Next LT Pro</vt:lpstr>
      <vt:lpstr>Calibri</vt:lpstr>
      <vt:lpstr>Calibri Light</vt:lpstr>
      <vt:lpstr>Cambria</vt:lpstr>
      <vt:lpstr>Corbel</vt:lpstr>
      <vt:lpstr>Sabon Next LT</vt:lpstr>
      <vt:lpstr>Times New Roman</vt:lpstr>
      <vt:lpstr>Office Theme</vt:lpstr>
      <vt:lpstr>PowerPoint Presentation</vt:lpstr>
      <vt:lpstr>INDEX</vt:lpstr>
      <vt:lpstr>INTRODUCTION</vt:lpstr>
      <vt:lpstr>Application Areas of Cloud Forensics</vt:lpstr>
      <vt:lpstr>PowerPoint Presentation</vt:lpstr>
      <vt:lpstr>Best Practices for Evidence Preservation</vt:lpstr>
      <vt:lpstr>Key Challenges in Cloud Forensics</vt:lpstr>
      <vt:lpstr>Algorithms and Technical Techniques </vt:lpstr>
      <vt:lpstr>Cloud Forensic Investigation Methodology </vt:lpstr>
      <vt:lpstr>Tools for Cloud Forensics</vt:lpstr>
      <vt:lpstr>Current Research and Trends</vt:lpstr>
      <vt:lpstr>Conclusion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SHIVAM PRAJAPATI</dc:creator>
  <cp:lastModifiedBy>SHIVAM PRAJAPATI</cp:lastModifiedBy>
  <cp:revision>1</cp:revision>
  <dcterms:created xsi:type="dcterms:W3CDTF">2025-05-02T12:12:12Z</dcterms:created>
  <dcterms:modified xsi:type="dcterms:W3CDTF">2025-07-16T08:30:57Z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